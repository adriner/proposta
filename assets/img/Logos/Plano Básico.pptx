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9144000" cy="51435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-demi_bold" panose="020B0604020202020204" charset="0"/>
      <p:regular r:id="rId18"/>
    </p:embeddedFont>
    <p:embeddedFont>
      <p:font typeface="Poppins-extra_light" panose="020B0604020202020204" charset="0"/>
      <p:regular r:id="rId19"/>
    </p:embeddedFont>
    <p:embeddedFont>
      <p:font typeface="Poppins-light" panose="020B0604020202020204" charset="0"/>
      <p:regular r:id="rId20"/>
    </p:embeddedFont>
  </p:embeddedFontLst>
  <p:custShowLst>
    <p:custShow name="Apresentação de slides sem título_1" id="0">
      <p:sldLst>
        <p:sld r:id="rId4"/>
      </p:sldLst>
    </p:custShow>
  </p:custShowLst>
  <p:custDataLst>
    <p:tags r:id="rId21"/>
  </p:custData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D1D32-5077-4CF6-97C0-D0FCAA5267CF}" v="7" dt="2026-06-08T21:25:44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90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ner Ferreira" userId="205a798644f2e568" providerId="LiveId" clId="{EF1353F6-F8E1-4901-A05F-59424BA44040}"/>
    <pc:docChg chg="undo custSel modSld">
      <pc:chgData name="Adriner Ferreira" userId="205a798644f2e568" providerId="LiveId" clId="{EF1353F6-F8E1-4901-A05F-59424BA44040}" dt="2026-06-08T21:26:22.238" v="23" actId="20577"/>
      <pc:docMkLst>
        <pc:docMk/>
      </pc:docMkLst>
      <pc:sldChg chg="addSp delSp modSp mod">
        <pc:chgData name="Adriner Ferreira" userId="205a798644f2e568" providerId="LiveId" clId="{EF1353F6-F8E1-4901-A05F-59424BA44040}" dt="2026-06-08T21:25:52.401" v="18" actId="20577"/>
        <pc:sldMkLst>
          <pc:docMk/>
          <pc:sldMk cId="0" sldId="256"/>
        </pc:sldMkLst>
        <pc:spChg chg="del">
          <ac:chgData name="Adriner Ferreira" userId="205a798644f2e568" providerId="LiveId" clId="{EF1353F6-F8E1-4901-A05F-59424BA44040}" dt="2026-06-08T21:25:37.737" v="12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Adriner Ferreira" userId="205a798644f2e568" providerId="LiveId" clId="{EF1353F6-F8E1-4901-A05F-59424BA44040}" dt="2026-06-08T21:25:43.601" v="15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Adriner Ferreira" userId="205a798644f2e568" providerId="LiveId" clId="{EF1353F6-F8E1-4901-A05F-59424BA44040}" dt="2026-06-08T21:25:34.298" v="11" actId="478"/>
          <ac:spMkLst>
            <pc:docMk/>
            <pc:sldMk cId="0" sldId="256"/>
            <ac:spMk id="4" creationId="{4DB3F04E-224E-119C-4D9F-4F55CB4710CC}"/>
          </ac:spMkLst>
        </pc:spChg>
        <pc:spChg chg="add mod">
          <ac:chgData name="Adriner Ferreira" userId="205a798644f2e568" providerId="LiveId" clId="{EF1353F6-F8E1-4901-A05F-59424BA44040}" dt="2026-06-08T21:25:52.401" v="18" actId="20577"/>
          <ac:spMkLst>
            <pc:docMk/>
            <pc:sldMk cId="0" sldId="256"/>
            <ac:spMk id="6" creationId="{FAE1E85D-81A5-4147-D716-D4C61C9D86FC}"/>
          </ac:spMkLst>
        </pc:spChg>
        <pc:picChg chg="add del mod">
          <ac:chgData name="Adriner Ferreira" userId="205a798644f2e568" providerId="LiveId" clId="{EF1353F6-F8E1-4901-A05F-59424BA44040}" dt="2026-06-08T21:25:39.744" v="13" actId="478"/>
          <ac:picMkLst>
            <pc:docMk/>
            <pc:sldMk cId="0" sldId="256"/>
            <ac:picMk id="5" creationId="{3252FE3D-234B-6092-247D-835A850543D6}"/>
          </ac:picMkLst>
        </pc:picChg>
        <pc:picChg chg="add mod">
          <ac:chgData name="Adriner Ferreira" userId="205a798644f2e568" providerId="LiveId" clId="{EF1353F6-F8E1-4901-A05F-59424BA44040}" dt="2026-06-08T21:25:44.834" v="16"/>
          <ac:picMkLst>
            <pc:docMk/>
            <pc:sldMk cId="0" sldId="256"/>
            <ac:picMk id="7" creationId="{22C398CB-52E9-5F64-6A60-691666130DD4}"/>
          </ac:picMkLst>
        </pc:picChg>
      </pc:sldChg>
      <pc:sldChg chg="modSp mod">
        <pc:chgData name="Adriner Ferreira" userId="205a798644f2e568" providerId="LiveId" clId="{EF1353F6-F8E1-4901-A05F-59424BA44040}" dt="2026-06-08T21:26:22.238" v="23" actId="20577"/>
        <pc:sldMkLst>
          <pc:docMk/>
          <pc:sldMk cId="0" sldId="261"/>
        </pc:sldMkLst>
        <pc:spChg chg="mod">
          <ac:chgData name="Adriner Ferreira" userId="205a798644f2e568" providerId="LiveId" clId="{EF1353F6-F8E1-4901-A05F-59424BA44040}" dt="2026-06-08T21:26:07.185" v="21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driner Ferreira" userId="205a798644f2e568" providerId="LiveId" clId="{EF1353F6-F8E1-4901-A05F-59424BA44040}" dt="2026-06-08T21:26:22.238" v="23" actId="20577"/>
          <ac:spMkLst>
            <pc:docMk/>
            <pc:sldMk cId="0" sldId="261"/>
            <ac:spMk id="19" creationId="{00000000-0000-0000-0000-000000000000}"/>
          </ac:spMkLst>
        </pc:spChg>
      </pc:sldChg>
      <pc:sldChg chg="addSp delSp modSp mod">
        <pc:chgData name="Adriner Ferreira" userId="205a798644f2e568" providerId="LiveId" clId="{EF1353F6-F8E1-4901-A05F-59424BA44040}" dt="2026-06-08T16:39:09.096" v="9"/>
        <pc:sldMkLst>
          <pc:docMk/>
          <pc:sldMk cId="0" sldId="262"/>
        </pc:sldMkLst>
        <pc:spChg chg="del">
          <ac:chgData name="Adriner Ferreira" userId="205a798644f2e568" providerId="LiveId" clId="{EF1353F6-F8E1-4901-A05F-59424BA44040}" dt="2026-06-08T16:38:02.076" v="2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Adriner Ferreira" userId="205a798644f2e568" providerId="LiveId" clId="{EF1353F6-F8E1-4901-A05F-59424BA44040}" dt="2026-06-08T16:38:04.020" v="3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Adriner Ferreira" userId="205a798644f2e568" providerId="LiveId" clId="{EF1353F6-F8E1-4901-A05F-59424BA44040}" dt="2026-06-08T16:38:05.988" v="4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Adriner Ferreira" userId="205a798644f2e568" providerId="LiveId" clId="{EF1353F6-F8E1-4901-A05F-59424BA44040}" dt="2026-06-08T16:38:07.564" v="5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Adriner Ferreira" userId="205a798644f2e568" providerId="LiveId" clId="{EF1353F6-F8E1-4901-A05F-59424BA44040}" dt="2026-06-08T16:37:46.372" v="0" actId="478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Adriner Ferreira" userId="205a798644f2e568" providerId="LiveId" clId="{EF1353F6-F8E1-4901-A05F-59424BA44040}" dt="2026-06-08T16:37:52.061" v="1"/>
          <ac:spMkLst>
            <pc:docMk/>
            <pc:sldMk cId="0" sldId="262"/>
            <ac:spMk id="8" creationId="{EC0B90CF-1EC4-1601-94A0-A2871C80EA5A}"/>
          </ac:spMkLst>
        </pc:spChg>
        <pc:spChg chg="add mod">
          <ac:chgData name="Adriner Ferreira" userId="205a798644f2e568" providerId="LiveId" clId="{EF1353F6-F8E1-4901-A05F-59424BA44040}" dt="2026-06-08T16:37:52.061" v="1"/>
          <ac:spMkLst>
            <pc:docMk/>
            <pc:sldMk cId="0" sldId="262"/>
            <ac:spMk id="9" creationId="{DFF009A0-60FF-9CA2-AC33-25927A581973}"/>
          </ac:spMkLst>
        </pc:spChg>
        <pc:spChg chg="add mod">
          <ac:chgData name="Adriner Ferreira" userId="205a798644f2e568" providerId="LiveId" clId="{EF1353F6-F8E1-4901-A05F-59424BA44040}" dt="2026-06-08T16:39:00.646" v="8" actId="1076"/>
          <ac:spMkLst>
            <pc:docMk/>
            <pc:sldMk cId="0" sldId="262"/>
            <ac:spMk id="11" creationId="{860B0E8B-A922-7591-1A31-8E365FD1CEAD}"/>
          </ac:spMkLst>
        </pc:spChg>
        <pc:spChg chg="add mod">
          <ac:chgData name="Adriner Ferreira" userId="205a798644f2e568" providerId="LiveId" clId="{EF1353F6-F8E1-4901-A05F-59424BA44040}" dt="2026-06-08T16:39:00.646" v="8" actId="1076"/>
          <ac:spMkLst>
            <pc:docMk/>
            <pc:sldMk cId="0" sldId="262"/>
            <ac:spMk id="12" creationId="{058A1088-0120-B406-34B9-8201F778733C}"/>
          </ac:spMkLst>
        </pc:spChg>
        <pc:spChg chg="add mod">
          <ac:chgData name="Adriner Ferreira" userId="205a798644f2e568" providerId="LiveId" clId="{EF1353F6-F8E1-4901-A05F-59424BA44040}" dt="2026-06-08T16:39:00.646" v="8" actId="1076"/>
          <ac:spMkLst>
            <pc:docMk/>
            <pc:sldMk cId="0" sldId="262"/>
            <ac:spMk id="13" creationId="{89464B57-992B-D544-AA87-D6FE488BC38F}"/>
          </ac:spMkLst>
        </pc:spChg>
        <pc:spChg chg="add mod">
          <ac:chgData name="Adriner Ferreira" userId="205a798644f2e568" providerId="LiveId" clId="{EF1353F6-F8E1-4901-A05F-59424BA44040}" dt="2026-06-08T16:39:00.646" v="8" actId="1076"/>
          <ac:spMkLst>
            <pc:docMk/>
            <pc:sldMk cId="0" sldId="262"/>
            <ac:spMk id="14" creationId="{030C55D6-9397-222D-2BE8-284BDF5BB365}"/>
          </ac:spMkLst>
        </pc:spChg>
        <pc:spChg chg="add mod">
          <ac:chgData name="Adriner Ferreira" userId="205a798644f2e568" providerId="LiveId" clId="{EF1353F6-F8E1-4901-A05F-59424BA44040}" dt="2026-06-08T16:39:09.096" v="9"/>
          <ac:spMkLst>
            <pc:docMk/>
            <pc:sldMk cId="0" sldId="262"/>
            <ac:spMk id="16" creationId="{58C1653C-C29D-3EF6-B252-34CAD8E8DB79}"/>
          </ac:spMkLst>
        </pc:spChg>
        <pc:spChg chg="add mod">
          <ac:chgData name="Adriner Ferreira" userId="205a798644f2e568" providerId="LiveId" clId="{EF1353F6-F8E1-4901-A05F-59424BA44040}" dt="2026-06-08T16:39:09.096" v="9"/>
          <ac:spMkLst>
            <pc:docMk/>
            <pc:sldMk cId="0" sldId="262"/>
            <ac:spMk id="17" creationId="{1C7968D6-4DCD-A52E-79BE-0B84242EA096}"/>
          </ac:spMkLst>
        </pc:spChg>
        <pc:spChg chg="add mod">
          <ac:chgData name="Adriner Ferreira" userId="205a798644f2e568" providerId="LiveId" clId="{EF1353F6-F8E1-4901-A05F-59424BA44040}" dt="2026-06-08T16:39:09.096" v="9"/>
          <ac:spMkLst>
            <pc:docMk/>
            <pc:sldMk cId="0" sldId="262"/>
            <ac:spMk id="18" creationId="{1E03D7F1-CD1C-9AA9-AB82-5A2E33924464}"/>
          </ac:spMkLst>
        </pc:spChg>
        <pc:spChg chg="add mod">
          <ac:chgData name="Adriner Ferreira" userId="205a798644f2e568" providerId="LiveId" clId="{EF1353F6-F8E1-4901-A05F-59424BA44040}" dt="2026-06-08T16:39:09.096" v="9"/>
          <ac:spMkLst>
            <pc:docMk/>
            <pc:sldMk cId="0" sldId="262"/>
            <ac:spMk id="19" creationId="{901A2332-0154-B8E8-2B13-7B810AE7DD02}"/>
          </ac:spMkLst>
        </pc:spChg>
        <pc:spChg chg="add mod">
          <ac:chgData name="Adriner Ferreira" userId="205a798644f2e568" providerId="LiveId" clId="{EF1353F6-F8E1-4901-A05F-59424BA44040}" dt="2026-06-08T16:39:09.096" v="9"/>
          <ac:spMkLst>
            <pc:docMk/>
            <pc:sldMk cId="0" sldId="262"/>
            <ac:spMk id="20" creationId="{851C6A42-50E3-786C-690D-0F8C7062E38C}"/>
          </ac:spMkLst>
        </pc:spChg>
        <pc:picChg chg="add mod">
          <ac:chgData name="Adriner Ferreira" userId="205a798644f2e568" providerId="LiveId" clId="{EF1353F6-F8E1-4901-A05F-59424BA44040}" dt="2026-06-08T16:37:52.061" v="1"/>
          <ac:picMkLst>
            <pc:docMk/>
            <pc:sldMk cId="0" sldId="262"/>
            <ac:picMk id="10" creationId="{495BAFD7-C60F-0CB6-A3E1-0CF2908A32F6}"/>
          </ac:picMkLst>
        </pc:picChg>
        <pc:picChg chg="add mod">
          <ac:chgData name="Adriner Ferreira" userId="205a798644f2e568" providerId="LiveId" clId="{EF1353F6-F8E1-4901-A05F-59424BA44040}" dt="2026-06-08T16:39:00.646" v="8" actId="1076"/>
          <ac:picMkLst>
            <pc:docMk/>
            <pc:sldMk cId="0" sldId="262"/>
            <ac:picMk id="15" creationId="{8839984B-B2E3-378B-BF66-A55400EDFF1F}"/>
          </ac:picMkLst>
        </pc:picChg>
        <pc:picChg chg="add mod">
          <ac:chgData name="Adriner Ferreira" userId="205a798644f2e568" providerId="LiveId" clId="{EF1353F6-F8E1-4901-A05F-59424BA44040}" dt="2026-06-08T16:39:09.096" v="9"/>
          <ac:picMkLst>
            <pc:docMk/>
            <pc:sldMk cId="0" sldId="262"/>
            <ac:picMk id="21" creationId="{EC3E7BC2-8C89-E9E0-BDA9-C68C8306B7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EEA4DAE-2622-476D-A110-177FC28668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FD00A8E-AABC-41B0-96F6-939A4D4D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6504F2DE-E288-4B6D-BD14-2F6BB8391CE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BFEE8B-DC13-49C7-9D69-E11E33397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E3ED4AD1-1F70-4713-981E-45A6E24657F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185E98-B384-48D9-B556-F8E1E1C6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D5E12E4D-DDDA-467E-B099-AAD4210519B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36D5907-E9F9-4B3D-ADCF-1823F4EA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8167C2CE-F927-44EB-97B2-F102981967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C9AA30-F1BD-4204-BDD0-2CAB73221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58E80E3F-090F-49E4-8BA7-CF6FF5924C1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5ECAA0C-02F8-4238-9223-521534B1719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AD4929A-D1F6-406D-8794-4528A6A3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B99EFAA7-A2E7-42BB-9ADC-83B7580284E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ECC1701-BE90-43AF-B4A9-DEDCE86CE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52894352-E206-4136-83F6-491C01B8497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38C748-852E-41CA-BE45-001BC28C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2B49FF13-1AC0-44D4-A1A4-10FF3E7CCD3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EE2B4F-E668-437F-9778-D3FBAAFC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8C39DEEE-206C-4574-BEED-E205A711AB3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51D4B15-856B-44DD-9B0F-F5A5C6B63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DFC00994-1B51-4BDB-926E-41838684270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AFFFAA4B-B22A-4579-8913-F80E555A424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8F8549-620F-4060-B140-4578F54F554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33924BEB-1581-41DA-A4F1-4FFDF47B41B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2F0270-50C2-48F4-8863-C2AD16447F5C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E6217A35-F610-48AC-9673-28A930F2FB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3C83B2A-A67B-4FD4-83B7-91FCB33F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1B07EF4A-7AAE-48F5-940A-A53EC6ACBB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F18888-FFEB-4C14-9DD1-824237F4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060F61FC-18C6-4A00-8395-9B7EA2F21C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0487AA-53ED-45B9-8D60-1C6BD4D2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8F7FE9B7-B9BC-4227-AED6-13626878974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75FD625-2531-4C47-8D63-2308D6D7BC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EEE025F-5B36-414D-B2D4-CB8332629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54A0B0C4-57CB-4BAA-BFB2-EC088583F08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1E655F-875A-4F0B-9160-018CFEC1A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8943C955-61BD-4630-ADDF-400BE3A5EC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248D93-FB8D-4321-9365-79AE86A65B8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F53AD103-70A2-4D29-A25A-664E012E48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22841A-C52A-4699-B866-857516D2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1C3180BC-120F-43EF-887A-BA16E23452E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058E27-F089-4799-9F2A-1CF3F168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4F83F962-3265-4204-A863-774C5121F95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A4980B-5375-4D0C-8FD0-3CB620CC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173A8011-F2BA-4159-A76E-F6187010A26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CA0D27A8-FC82-4D6D-A72E-BA3EF711CCA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210F16-4EF7-44E7-9BAE-8C96228193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D4F0D9BE-0C15-431A-87B1-698E86A514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751D56-7BCE-411B-BAF8-97018A21C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7ACF172D-B124-4499-9648-0B94FAC952D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DD4957-A7E5-417B-B98C-907080465C0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D452D1BA-6021-46ED-870C-CE604DAAE5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4D44773-0FD9-415E-B60A-31F55E53672A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258B0A9-E272-4A0D-8F0C-EEA0B1814A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389D710-2A5A-41E7-AACC-931304DD909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5E44E6BA-647C-48CE-AA5C-152CED4A04B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71A2E11-5EB3-4CF4-8277-B2150F62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FF76C8BF-B095-4D0E-B0FB-55578F7C91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A6FE06-A841-4B7F-8722-73D93E01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C6AE7D9D-E4CD-4333-BA36-E9215AAE0E0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1ECACA-89A2-418F-83E4-A5E6922E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DFB44950-8FFA-4286-818C-09A02BDD783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DC79984-E0C6-4C06-BC79-8D888E8D5D8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9C31960-4F55-4706-804A-273EDAFB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5F2B8E2C-9248-40B3-91E4-767673E147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050DF8D-A4E6-430F-B20E-6F27CBF6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62F71EF0-A3F0-4B31-A6C2-921FF03741D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2C26849-2039-4B28-85D9-71F53430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9AC84459-83F1-4951-93E6-B5CD4ADCD5B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DDA3BEA-C7B1-49F8-B4D5-501DDAC4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046CA6C-BB63-4248-B0DC-0DBB60F3E62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B860F4DA-D5CF-4DFD-AC88-CFBBF5A69C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169095-C26E-44FF-A359-C584DEC8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5ECD7B19-F008-4E98-AB83-CC73A339A0C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37B8F6-3573-42FC-B249-C3C3D382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6F419100-67B2-4423-AD8E-1F6458F9E3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0BCD8E2-8C18-4AD3-841C-BAE95E62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7AC659C5-2AC5-41F5-B247-03A0EC8861F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439948C-F248-4610-B147-2D7D315F068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3D8BFD5-F81F-4264-99E7-3E829C6A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D6366D28-4B17-4B6F-90FC-FA02F9B1A2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C391D2-9035-4E13-8315-915E4957E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2457A904-C8B7-4E56-A488-770EB84691B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E7DA95-3389-4ECF-9034-69EAB919969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DC615F95-48E7-430D-A86B-DD644CD895F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520E97-941E-4833-946E-6B5F54D5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29142D8F-3C53-4DD8-B818-BD245029BAA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01ED5A-FBB2-4626-A89D-2BE608D0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114F5504-A603-4354-9885-6CFE81B2CD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FA671A-614C-4205-8561-5D204D53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7DA55A0F-4E57-499B-A5E2-B5439998770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D0EE41EA-11A7-4F9E-95C9-F964B67F2D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4D1D0B-EE22-4D22-A45F-39EC237B7420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125B3171-6684-4B8E-9610-7EBFA43891B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C4D0FE-AC97-4493-BFDB-CFC8F52A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EF3D9DF9-13D4-4018-8AB1-8491DEA9DB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F724FA-77B0-41EB-B615-447640F01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19BE4C06-2AAC-4B57-8C63-AC5AB955216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D2E3148-4B2E-4B43-8DD4-C1BB2FE9C25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70651B9F-AAC1-48FA-83D6-744EC8A120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7E2AD2-B485-4AE0-A1C2-12F3EEB0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6B9F785C-F3F9-4594-80E7-5E355B84B7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EBDEBF9-B838-4A7B-8064-7F47FC70E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8253041F-9AA5-4449-A3B4-1FE3885467F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039D2B-8830-40BA-ABB6-C23CB23D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6F7F689C-BBE1-4530-8A5D-EF85DC3FE65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D8B95AE9-3BBD-498E-B516-A64B212F8E1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BB2F34C-DA1E-4F78-BBB5-5E8E3C660498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DF79D45E-68CB-431D-8A6B-87C45F8C903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69DC06-691D-4F0F-9497-17D2DF028EC0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FAEB2EA7-91E3-40F7-87FC-DC1CF8191DE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CD25E8-79C4-41E3-9213-76B2A50D452C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3936B533-7982-4E1F-93E9-F5AB31E525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123CC8-E624-4683-BEB8-BC6B6698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1AE2A0E1-9513-46AB-B471-E25C49C351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E65C81-8D8E-40A3-8936-46EA178D1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EF409FBB-F0AA-4D23-B006-0390299B446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737AA6-79EF-426A-A675-1E48D3A21C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41FCA2FA-50E3-42D3-889C-655643BA032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60745DB-A5BF-4C23-96A0-D6EAB61066AA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74EEA611-6EA8-4C0F-921B-1DD4495554B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7412C51-FA3A-44C5-915A-06B721A40652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2363A9CD-FE14-411B-A51B-CEACBBBC5D6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5B9224-7F5D-452B-B565-3F83E911AB78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D04D9610-7EFD-4E6A-8A62-B36F06A97D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AA20598-B4CE-4C92-A991-98A3580510F5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CB8D7914-2902-4C1A-99CD-1AE098381B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483EB7-A4EF-442E-9999-E4EE90E2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6A72D2AE-3BFA-42E3-8F0F-141C1E2E0DB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CAC38D-446F-4010-B114-099F44A17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7CF25952-9AD4-4087-8964-BC2ECB6C262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3E6CE5-2127-499F-A103-A110B2D4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1ADD31EC-B5A5-47CE-BA52-EBA3503D2FA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CE48424-CBD0-4629-8D51-477B6E9AA0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3575927-AACB-4F5D-A4DF-16AB9F21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8B66326F-18E6-4923-BA85-39FB100B7FB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98D866-E357-4485-8CC5-233936189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4FB8C354-C88A-436C-9290-E7CCC1F4235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3ED789-D30F-4D92-A646-9B94A1C7098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611ED469-D488-488C-833A-3C0BE629699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956E43-6196-463D-BCA3-4D1DF59DDB6F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E9140B01-AC2A-4EAE-A366-9C9CCD29B8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6D02A8-2AD7-40FA-8490-BC789DDF42DC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036E8982-5FCE-4908-B3C4-29D04D03EB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5CEAFEA-7A06-46AD-846B-A23E4F0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BA137F41-78E5-4D40-983A-19192FE1BEF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EF8A80-0C86-47AD-A702-6A2A4BE0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FCDFC4EB-02FB-4DAF-9FFB-D276B6815C7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74BA16-047E-4FC2-B5D0-CEC27CA2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1789C983-4C4D-46CA-9FF5-C1468EFC039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613CAF08-CE73-4F0E-96A0-055AD779A40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F2D588A-84C8-4B0D-973C-D3659BB5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1BAB6FBE-F314-4C16-8F70-57912E029A6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DF1269A-CAA2-4C08-A9EE-E27647535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25A72C4D-506E-4124-89FA-6E4200CBAB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116D783-12F5-47E9-8869-C803EDCF2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E0F8D572-F48C-4F9E-99C9-4CFF4BB88D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1E2EDDD-E2FD-4637-B432-52AAE5B9C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B13B1785-8550-4E08-8AFD-451622D5510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9A14F1-8CE1-4D04-873F-56B095A37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har char="-"/>
        <a:defRPr lang="en-US" sz="1400" b="0" i="0" dirty="0">
          <a:solidFill>
            <a:schemeClr val="tx1">
              <a:lumMod val="85000"/>
              <a:lumOff val="15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har char="-"/>
        <a:defRPr lang="en-US" sz="1200" b="0" i="0" dirty="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har char="-"/>
        <a:defRPr lang="en-US" sz="10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 de texto 13">
            <a:extLst>
              <a:ext uri="{FF2B5EF4-FFF2-40B4-BE49-F238E27FC236}">
                <a16:creationId xmlns:a16="http://schemas.microsoft.com/office/drawing/2014/main" id="{FAE1E85D-81A5-4147-D716-D4C61C9D86FC}"/>
              </a:ext>
              <a:ext uri="{84AE7AD4-5D98-4ACB-BECD-4952D9F4F49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16F2789-56E3-4B19-94B5-69C43660E769}"/>
              </a:ext>
            </a:extLst>
          </p:cNvPr>
          <p:cNvSpPr txBox="1"/>
          <p:nvPr/>
        </p:nvSpPr>
        <p:spPr>
          <a:xfrm>
            <a:off x="4808296" y="4511875"/>
            <a:ext cx="2375163" cy="13849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defRPr lang="en-US" sz="1400" dirty="0"/>
            </a:pPr>
            <a:r>
              <a:rPr lang="pt-BR" sz="900" b="0" dirty="0">
                <a:solidFill>
                  <a:schemeClr val="bg1"/>
                </a:solidFill>
                <a:latin typeface="Poppins"/>
              </a:rPr>
              <a:t>Proposta 26-1957 | V.02 | 08/</a:t>
            </a:r>
            <a:r>
              <a:rPr lang="pt-BR" sz="900" dirty="0">
                <a:solidFill>
                  <a:schemeClr val="bg1"/>
                </a:solidFill>
                <a:latin typeface="Poppins"/>
              </a:rPr>
              <a:t>06</a:t>
            </a:r>
            <a:r>
              <a:rPr lang="pt-BR" sz="900" b="0" dirty="0">
                <a:solidFill>
                  <a:schemeClr val="bg1"/>
                </a:solidFill>
                <a:latin typeface="Poppins"/>
              </a:rPr>
              <a:t>/2026</a:t>
            </a:r>
          </a:p>
        </p:txBody>
      </p:sp>
      <p:pic>
        <p:nvPicPr>
          <p:cNvPr id="7" name="Imagem 6" descr="Início - Sgmx Com Br">
            <a:extLst>
              <a:ext uri="{FF2B5EF4-FFF2-40B4-BE49-F238E27FC236}">
                <a16:creationId xmlns:a16="http://schemas.microsoft.com/office/drawing/2014/main" id="{22C398CB-52E9-5F64-6A60-691666130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4166901"/>
            <a:ext cx="1191276" cy="689948"/>
          </a:xfrm>
          <a:prstGeom prst="rect">
            <a:avLst/>
          </a:prstGeom>
        </p:spPr>
      </p:pic>
    </p:spTree>
    <p:extLst>
      <p:ext uri="{D0A66887-7982-4421-A130-6341C73205C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8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1B6F7370-9BD0-4DB4-9117-FE34DCF747C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8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C9E2429A-350C-43EC-8DB5-7D15139BE19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9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5ECE83E9-6E75-4D86-A049-BE0ED655479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29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>
            <a:extLst>
              <a:ext uri="{29E83A2D-6516-4857-9B84-A9D3E2508E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18A97F-4921-4816-A651-28424E5583AE}"/>
              </a:ext>
            </a:extLst>
          </p:cNvPr>
          <p:cNvSpPr txBox="1">
            <a:spLocks noSelect="1"/>
          </p:cNvSpPr>
          <p:nvPr>
            <p:custDataLst>
              <p:tags r:id="rId1"/>
            </p:custDataLst>
          </p:nvPr>
        </p:nvSpPr>
        <p:spPr>
          <a:xfrm>
            <a:off x="2482910" y="290626"/>
            <a:ext cx="3189008" cy="455448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Downloads ilimitados via Manifestação do Destinatário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Download de </a:t>
            </a:r>
            <a:r>
              <a:rPr lang="pt-BR" sz="700" dirty="0" err="1">
                <a:latin typeface="Poppins-light"/>
              </a:rPr>
              <a:t>XMLs</a:t>
            </a:r>
            <a:r>
              <a:rPr lang="pt-BR" sz="700" dirty="0">
                <a:latin typeface="Poppins-light"/>
              </a:rPr>
              <a:t> a partir  de chave de acesso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Download de </a:t>
            </a:r>
            <a:r>
              <a:rPr lang="pt-BR" sz="700" dirty="0" err="1">
                <a:latin typeface="Poppins-light"/>
              </a:rPr>
              <a:t>XMLs</a:t>
            </a:r>
            <a:r>
              <a:rPr lang="pt-BR" sz="700" dirty="0">
                <a:latin typeface="Poppins-light"/>
              </a:rPr>
              <a:t> sem Ciência da Operação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Créditos mensais de downloads sem Ciência da Operação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Downloads de </a:t>
            </a:r>
            <a:r>
              <a:rPr lang="pt-BR" sz="700" dirty="0" err="1">
                <a:latin typeface="Poppins-light"/>
              </a:rPr>
              <a:t>NFe</a:t>
            </a:r>
            <a:r>
              <a:rPr lang="pt-BR" sz="700" dirty="0">
                <a:latin typeface="Poppins-light"/>
              </a:rPr>
              <a:t>, </a:t>
            </a:r>
            <a:r>
              <a:rPr lang="pt-BR" sz="700" dirty="0" err="1">
                <a:latin typeface="Poppins-light"/>
              </a:rPr>
              <a:t>CTe</a:t>
            </a:r>
            <a:r>
              <a:rPr lang="pt-BR" sz="700" dirty="0">
                <a:latin typeface="Poppins-light"/>
              </a:rPr>
              <a:t>, </a:t>
            </a:r>
            <a:r>
              <a:rPr lang="pt-BR" sz="700" dirty="0" err="1">
                <a:latin typeface="Poppins-light"/>
              </a:rPr>
              <a:t>MDFe</a:t>
            </a:r>
            <a:r>
              <a:rPr lang="pt-BR" sz="700" dirty="0">
                <a:latin typeface="Poppins-light"/>
              </a:rPr>
              <a:t> e eventos de entrada</a:t>
            </a:r>
            <a:br>
              <a:rPr lang="pt-BR" sz="700" dirty="0">
                <a:latin typeface="Poppins-light"/>
              </a:rPr>
            </a:br>
            <a:br>
              <a:rPr lang="pt-BR" sz="700" dirty="0">
                <a:latin typeface="Poppins-light"/>
              </a:rPr>
            </a:br>
            <a:r>
              <a:rPr lang="pt-BR" sz="700" dirty="0">
                <a:latin typeface="Poppins-light"/>
              </a:rPr>
              <a:t>Manifestação do destinatário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Registro da Prestação de Serviço em Desacordo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Importação / Exportação automática de arquivos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Exportação de relatórios em Excel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Visualização do </a:t>
            </a:r>
            <a:r>
              <a:rPr lang="pt-BR" sz="700" dirty="0" err="1">
                <a:latin typeface="Poppins-light"/>
              </a:rPr>
              <a:t>XML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Visualização do </a:t>
            </a:r>
            <a:r>
              <a:rPr lang="pt-BR" sz="700" dirty="0" err="1">
                <a:latin typeface="Poppins-light"/>
              </a:rPr>
              <a:t>XML</a:t>
            </a:r>
            <a:r>
              <a:rPr lang="pt-BR" sz="700" dirty="0">
                <a:latin typeface="Poppins-light"/>
              </a:rPr>
              <a:t> em PDF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Envio de </a:t>
            </a:r>
            <a:r>
              <a:rPr lang="pt-BR" sz="700" dirty="0" err="1">
                <a:latin typeface="Poppins-light"/>
              </a:rPr>
              <a:t>docs</a:t>
            </a:r>
            <a:r>
              <a:rPr lang="en-US" sz="700" dirty="0">
                <a:latin typeface="Poppins-light"/>
              </a:rPr>
              <a:t> por e-mail a partir do painel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Gerenciamento de tarefas do sistema 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Contingência para não entregas do Ambiente Nacional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Atribuição de etiquetas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Atribuição de comentários nos documentos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Filtro por data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Filtro por ano-mês</a:t>
            </a:r>
          </a:p>
          <a:p>
            <a:pPr>
              <a:lnSpc>
                <a:spcPct val="113000"/>
              </a:lnSpc>
              <a:defRPr lang="en-US" sz="1400" dirty="0"/>
            </a:pPr>
            <a:br>
              <a:rPr lang="en-US" sz="700" dirty="0">
                <a:latin typeface="Poppins-light"/>
              </a:rPr>
            </a:br>
            <a:r>
              <a:rPr lang="en-US" sz="700" dirty="0">
                <a:latin typeface="Poppins-light"/>
              </a:rPr>
              <a:t>Filtro por Estado</a:t>
            </a:r>
          </a:p>
        </p:txBody>
      </p:sp>
      <p:sp>
        <p:nvSpPr>
          <p:cNvPr id="3" name="Caixa de texto 2">
            <a:extLst>
              <a:ext uri="{C407654F-F302-4E86-B544-7B75C5646C3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02D909-DABA-46B4-BA03-255026F76928}"/>
              </a:ext>
            </a:extLst>
          </p:cNvPr>
          <p:cNvSpPr txBox="1"/>
          <p:nvPr/>
        </p:nvSpPr>
        <p:spPr>
          <a:xfrm>
            <a:off x="5773369" y="281139"/>
            <a:ext cx="2304983" cy="4313444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Filtro por parceiro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Pesquisa inteligente de documentos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Suporte técnico prioritário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Adequações às mudanças de legislação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Backup automático local ou na nuvem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Busca seletiva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na SEFAZ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Campo inteligente de pesquisa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Registro de manifestações em massa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Filtro status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cancelados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Agrupamento de </a:t>
            </a:r>
            <a:r>
              <a:rPr lang="pt-BR" sz="700" dirty="0" err="1">
                <a:latin typeface="Poppins-light"/>
              </a:rPr>
              <a:t>doc</a:t>
            </a:r>
            <a:r>
              <a:rPr lang="pt-BR" sz="700" dirty="0">
                <a:latin typeface="Poppins-light"/>
              </a:rPr>
              <a:t> por empresa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Visualização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de todas as empresas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Visualização por modelo de documento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Visualização de </a:t>
            </a:r>
            <a:r>
              <a:rPr lang="pt-BR" sz="700" dirty="0" err="1">
                <a:latin typeface="Poppins-light"/>
              </a:rPr>
              <a:t>docs</a:t>
            </a:r>
            <a:r>
              <a:rPr lang="pt-BR" sz="700" dirty="0">
                <a:latin typeface="Poppins-light"/>
              </a:rPr>
              <a:t> por </a:t>
            </a:r>
            <a:r>
              <a:rPr lang="pt-BR" sz="700" dirty="0" err="1">
                <a:latin typeface="Poppins-light"/>
              </a:rPr>
              <a:t>CFOP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 err="1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Visualização por Natureza da Operação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Visualização por tipo de documento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Relatório de documentos cancelados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pt-BR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pt-BR" sz="700" dirty="0">
                <a:latin typeface="Poppins-light"/>
              </a:rPr>
              <a:t>Auditoria de arquivos </a:t>
            </a:r>
            <a:r>
              <a:rPr lang="pt-BR" sz="700" dirty="0" err="1">
                <a:latin typeface="Poppins-light"/>
              </a:rPr>
              <a:t>EFD</a:t>
            </a:r>
            <a:r>
              <a:rPr lang="pt-BR" sz="700" dirty="0">
                <a:latin typeface="Poppins-light"/>
              </a:rPr>
              <a:t> (</a:t>
            </a:r>
            <a:r>
              <a:rPr lang="pt-BR" sz="700" dirty="0" err="1">
                <a:latin typeface="Poppins-light"/>
              </a:rPr>
              <a:t>SPED</a:t>
            </a:r>
            <a:r>
              <a:rPr lang="en-US" sz="700" dirty="0">
                <a:latin typeface="Poppins-light"/>
              </a:rPr>
              <a:t> Fiscal)</a:t>
            </a: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endParaRPr lang="en-US" sz="700" dirty="0">
              <a:latin typeface="Poppins-light"/>
            </a:endParaRPr>
          </a:p>
          <a:p>
            <a:pPr>
              <a:lnSpc>
                <a:spcPct val="113000"/>
              </a:lnSpc>
              <a:spcBef>
                <a:spcPts val="0"/>
              </a:spcBef>
              <a:defRPr lang="en-US" sz="1400" dirty="0"/>
            </a:pPr>
            <a:r>
              <a:rPr lang="en-US" sz="700" dirty="0">
                <a:latin typeface="Poppins-light"/>
              </a:rPr>
              <a:t>Limite de armazenagem de dados </a:t>
            </a:r>
          </a:p>
        </p:txBody>
      </p:sp>
      <p:pic>
        <p:nvPicPr>
          <p:cNvPr id="4" name="Imagem 3">
            <a:extLst>
              <a:ext uri="{612CBEAA-D9C1-434A-AAFD-DD67C135983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4F74C6-BB53-4808-824F-CDBF31753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333308"/>
            <a:ext cx="153095" cy="116357"/>
          </a:xfrm>
          <a:prstGeom prst="rect">
            <a:avLst/>
          </a:prstGeom>
          <a:noFill/>
        </p:spPr>
      </p:pic>
      <p:pic>
        <p:nvPicPr>
          <p:cNvPr id="5" name="Imagem 4">
            <a:extLst>
              <a:ext uri="{1DB67E1D-EE03-4F82-9B73-1A40F046B25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D150009-17DC-4657-8447-008CFDC65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576012"/>
            <a:ext cx="153095" cy="116357"/>
          </a:xfrm>
          <a:prstGeom prst="rect">
            <a:avLst/>
          </a:prstGeom>
          <a:noFill/>
        </p:spPr>
      </p:pic>
      <p:pic>
        <p:nvPicPr>
          <p:cNvPr id="6" name="Imagem 5">
            <a:extLst>
              <a:ext uri="{3B44E1E7-085F-4095-81BA-5855CDDCDB0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D5639F-3AAC-4368-B8FD-1A0592651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814137"/>
            <a:ext cx="153095" cy="116357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5270CF39-BFA5-4E1A-AA57-DD3CBBCDB9B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DF98DD-339F-4973-AF08-5501182D3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1294967"/>
            <a:ext cx="153095" cy="116357"/>
          </a:xfrm>
          <a:prstGeom prst="rect">
            <a:avLst/>
          </a:prstGeom>
          <a:noFill/>
        </p:spPr>
      </p:pic>
      <p:pic>
        <p:nvPicPr>
          <p:cNvPr id="8" name="Imagem 7">
            <a:extLst>
              <a:ext uri="{A316B328-9D41-41FB-B485-AAAFC49F837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2A9662-BFFA-4F81-A278-EEB444C37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1537671"/>
            <a:ext cx="153095" cy="116357"/>
          </a:xfrm>
          <a:prstGeom prst="rect">
            <a:avLst/>
          </a:prstGeom>
          <a:noFill/>
        </p:spPr>
      </p:pic>
      <p:pic>
        <p:nvPicPr>
          <p:cNvPr id="9" name="Imagem 8">
            <a:extLst>
              <a:ext uri="{606267F2-6798-4532-93C7-221B9251B3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7104241-710B-4626-B4B6-7E88DAEB7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1775796"/>
            <a:ext cx="153095" cy="116357"/>
          </a:xfrm>
          <a:prstGeom prst="rect">
            <a:avLst/>
          </a:prstGeom>
          <a:noFill/>
        </p:spPr>
      </p:pic>
      <p:pic>
        <p:nvPicPr>
          <p:cNvPr id="10" name="Imagem 10">
            <a:extLst>
              <a:ext uri="{D71F8FDA-ABAC-49D1-A607-4150A93CA4E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2517D8-E9EF-4F5A-BBE1-C71C9FC8B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2009342"/>
            <a:ext cx="153095" cy="116357"/>
          </a:xfrm>
          <a:prstGeom prst="rect">
            <a:avLst/>
          </a:prstGeom>
          <a:noFill/>
        </p:spPr>
      </p:pic>
      <p:pic>
        <p:nvPicPr>
          <p:cNvPr id="11" name="Imagem 10">
            <a:extLst>
              <a:ext uri="{8966911C-5144-4D5C-9DB8-F50ECF96E8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C0D1CE-8A4D-4CFC-904A-DDBCA21EC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2267832"/>
            <a:ext cx="153095" cy="116357"/>
          </a:xfrm>
          <a:prstGeom prst="rect">
            <a:avLst/>
          </a:prstGeom>
          <a:noFill/>
        </p:spPr>
      </p:pic>
      <p:pic>
        <p:nvPicPr>
          <p:cNvPr id="12" name="Imagem 11">
            <a:extLst>
              <a:ext uri="{2A86033E-7967-4FEA-97DC-9D191815236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629BCF-AF33-4E70-B47C-6006577E6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2510536"/>
            <a:ext cx="153095" cy="116357"/>
          </a:xfrm>
          <a:prstGeom prst="rect">
            <a:avLst/>
          </a:prstGeom>
          <a:noFill/>
        </p:spPr>
      </p:pic>
      <p:pic>
        <p:nvPicPr>
          <p:cNvPr id="13" name="Imagem 12">
            <a:extLst>
              <a:ext uri="{EB543279-C157-464B-B33B-46ECE662C6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63BE78A-0DEF-408D-958B-BBA6C8B00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2748661"/>
            <a:ext cx="153095" cy="116357"/>
          </a:xfrm>
          <a:prstGeom prst="rect">
            <a:avLst/>
          </a:prstGeom>
          <a:noFill/>
        </p:spPr>
      </p:pic>
      <p:pic>
        <p:nvPicPr>
          <p:cNvPr id="14" name="Imagem 13">
            <a:extLst>
              <a:ext uri="{4F98E4AD-46A7-4F77-81A2-497D2B32250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80C63FE-03CD-4300-97C5-27D23F3C3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2982207"/>
            <a:ext cx="153095" cy="116357"/>
          </a:xfrm>
          <a:prstGeom prst="rect">
            <a:avLst/>
          </a:prstGeom>
          <a:noFill/>
        </p:spPr>
      </p:pic>
      <p:pic>
        <p:nvPicPr>
          <p:cNvPr id="15" name="Imagem 14">
            <a:extLst>
              <a:ext uri="{4937E8E2-36F7-4F32-9665-C5C54EFC984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597BFD7-2FDD-4C61-A519-3BE59F72C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3229491"/>
            <a:ext cx="153095" cy="116357"/>
          </a:xfrm>
          <a:prstGeom prst="rect">
            <a:avLst/>
          </a:prstGeom>
          <a:noFill/>
        </p:spPr>
      </p:pic>
      <p:pic>
        <p:nvPicPr>
          <p:cNvPr id="16" name="Imagem 15">
            <a:extLst>
              <a:ext uri="{5518E187-FDA8-4AB8-ACBC-D3BA76E1F29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9F2492-E3D0-4470-AEFB-EF9369825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3472195"/>
            <a:ext cx="153095" cy="116357"/>
          </a:xfrm>
          <a:prstGeom prst="rect">
            <a:avLst/>
          </a:prstGeom>
          <a:noFill/>
        </p:spPr>
      </p:pic>
      <p:pic>
        <p:nvPicPr>
          <p:cNvPr id="17" name="Imagem 17">
            <a:extLst>
              <a:ext uri="{030BE8A0-229A-40FA-9FAE-28955A85466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99DAA2-D9EF-4D04-8D66-368D51ADA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3710320"/>
            <a:ext cx="153095" cy="116357"/>
          </a:xfrm>
          <a:prstGeom prst="rect">
            <a:avLst/>
          </a:prstGeom>
          <a:noFill/>
        </p:spPr>
      </p:pic>
      <p:pic>
        <p:nvPicPr>
          <p:cNvPr id="18" name="Imagem 18">
            <a:extLst>
              <a:ext uri="{8EABA525-5D72-4C45-ACE1-0D18AEB21A7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3FC6635-9775-4500-9C1F-80938A209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3943866"/>
            <a:ext cx="153095" cy="116357"/>
          </a:xfrm>
          <a:prstGeom prst="rect">
            <a:avLst/>
          </a:prstGeom>
          <a:noFill/>
        </p:spPr>
      </p:pic>
      <p:pic>
        <p:nvPicPr>
          <p:cNvPr id="19" name="Imagem 18">
            <a:extLst>
              <a:ext uri="{0C693DF9-46F8-441B-A021-212DE1C1212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21AD12E-1F5C-4BF9-8BD7-F0B4130A4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4191000"/>
            <a:ext cx="153095" cy="116357"/>
          </a:xfrm>
          <a:prstGeom prst="rect">
            <a:avLst/>
          </a:prstGeom>
          <a:noFill/>
        </p:spPr>
      </p:pic>
      <p:pic>
        <p:nvPicPr>
          <p:cNvPr id="20" name="Imagem 19">
            <a:extLst>
              <a:ext uri="{E5313CC4-A2CC-4D00-8958-D068B8CCAEF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010D0F-7AF7-4F37-8EB5-357FD4218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4429125"/>
            <a:ext cx="153095" cy="116357"/>
          </a:xfrm>
          <a:prstGeom prst="rect">
            <a:avLst/>
          </a:prstGeom>
          <a:noFill/>
        </p:spPr>
      </p:pic>
      <p:pic>
        <p:nvPicPr>
          <p:cNvPr id="21" name="Imagem 21">
            <a:extLst>
              <a:ext uri="{0DDCEC98-A8C1-464A-B21E-56CEA625882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B61263-CDE3-4FB1-8545-7E291C902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72" y="4662670"/>
            <a:ext cx="153095" cy="116357"/>
          </a:xfrm>
          <a:prstGeom prst="rect">
            <a:avLst/>
          </a:prstGeom>
          <a:noFill/>
        </p:spPr>
      </p:pic>
      <p:pic>
        <p:nvPicPr>
          <p:cNvPr id="22" name="Imagem 21">
            <a:extLst>
              <a:ext uri="{916D9127-0FB0-4F87-95FB-A1727A9C981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50E9F1-FBCF-43FD-9A86-839018768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328726"/>
            <a:ext cx="153095" cy="116357"/>
          </a:xfrm>
          <a:prstGeom prst="rect">
            <a:avLst/>
          </a:prstGeom>
          <a:noFill/>
        </p:spPr>
      </p:pic>
      <p:pic>
        <p:nvPicPr>
          <p:cNvPr id="23" name="Imagem 22">
            <a:extLst>
              <a:ext uri="{138C80F5-9970-4C82-AF3C-D3B8BA35925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E4A528-F404-4E83-AB86-FC750A7DF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571431"/>
            <a:ext cx="153095" cy="116357"/>
          </a:xfrm>
          <a:prstGeom prst="rect">
            <a:avLst/>
          </a:prstGeom>
          <a:noFill/>
        </p:spPr>
      </p:pic>
      <p:pic>
        <p:nvPicPr>
          <p:cNvPr id="24" name="Imagem 23">
            <a:extLst>
              <a:ext uri="{03EDD28F-A813-4BB4-A2DE-D56CB61B6EC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9E60DD-6AB0-4DF9-8A79-E59E8253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809556"/>
            <a:ext cx="153095" cy="116357"/>
          </a:xfrm>
          <a:prstGeom prst="rect">
            <a:avLst/>
          </a:prstGeom>
          <a:noFill/>
        </p:spPr>
      </p:pic>
      <p:pic>
        <p:nvPicPr>
          <p:cNvPr id="25" name="Imagem 24">
            <a:extLst>
              <a:ext uri="{8746CC92-0E37-4ABD-A6B0-0F226D04696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999F259-0A33-44A6-877E-99AB36036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1043101"/>
            <a:ext cx="153095" cy="116357"/>
          </a:xfrm>
          <a:prstGeom prst="rect">
            <a:avLst/>
          </a:prstGeom>
          <a:noFill/>
        </p:spPr>
      </p:pic>
      <p:pic>
        <p:nvPicPr>
          <p:cNvPr id="26" name="Imagem 25">
            <a:extLst>
              <a:ext uri="{E8924E77-C424-4729-95D7-2B48C03E938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8F7B8E-C5B6-42D4-B889-4B365E50B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1290385"/>
            <a:ext cx="153095" cy="116357"/>
          </a:xfrm>
          <a:prstGeom prst="rect">
            <a:avLst/>
          </a:prstGeom>
          <a:noFill/>
        </p:spPr>
      </p:pic>
      <p:pic>
        <p:nvPicPr>
          <p:cNvPr id="27" name="Imagem 26">
            <a:extLst>
              <a:ext uri="{26900EB1-AD08-4316-858A-B1FA970AE59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F830E0-712F-4772-9A9C-C3585FDCE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1533089"/>
            <a:ext cx="153095" cy="116357"/>
          </a:xfrm>
          <a:prstGeom prst="rect">
            <a:avLst/>
          </a:prstGeom>
          <a:noFill/>
        </p:spPr>
      </p:pic>
      <p:pic>
        <p:nvPicPr>
          <p:cNvPr id="28" name="Imagem 27">
            <a:extLst>
              <a:ext uri="{D99399F8-03F8-4737-99C6-C87670A2DC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0FDCF7-5155-4105-9626-6A1B3632A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1771214"/>
            <a:ext cx="153095" cy="116357"/>
          </a:xfrm>
          <a:prstGeom prst="rect">
            <a:avLst/>
          </a:prstGeom>
          <a:noFill/>
        </p:spPr>
      </p:pic>
      <p:pic>
        <p:nvPicPr>
          <p:cNvPr id="29" name="Imagem 28">
            <a:extLst>
              <a:ext uri="{C57DC47B-6BB9-4709-977E-47B98D9834C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9093F6-67E9-40C6-964C-16E7D98BC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2004760"/>
            <a:ext cx="153095" cy="116357"/>
          </a:xfrm>
          <a:prstGeom prst="rect">
            <a:avLst/>
          </a:prstGeom>
          <a:noFill/>
        </p:spPr>
      </p:pic>
      <p:pic>
        <p:nvPicPr>
          <p:cNvPr id="30" name="Imagem 29">
            <a:extLst>
              <a:ext uri="{C13759A2-D42C-42EA-AD9B-2E3B6CCADE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0CF1A4-11FA-4D74-875B-80B43D34C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2263250"/>
            <a:ext cx="153095" cy="116357"/>
          </a:xfrm>
          <a:prstGeom prst="rect">
            <a:avLst/>
          </a:prstGeom>
          <a:noFill/>
        </p:spPr>
      </p:pic>
      <p:pic>
        <p:nvPicPr>
          <p:cNvPr id="31" name="Imagem 30">
            <a:extLst>
              <a:ext uri="{6B3C3B88-E243-4A75-BDDA-6A5359E0A34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285CF3D-2F23-4193-BE39-B536C9B57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2505954"/>
            <a:ext cx="153095" cy="116357"/>
          </a:xfrm>
          <a:prstGeom prst="rect">
            <a:avLst/>
          </a:prstGeom>
          <a:noFill/>
        </p:spPr>
      </p:pic>
      <p:pic>
        <p:nvPicPr>
          <p:cNvPr id="32" name="Imagem 31">
            <a:extLst>
              <a:ext uri="{18025C37-650F-4509-8B93-B3734CB4FE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ED4953-9A9B-4436-AC67-CB5096175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2744079"/>
            <a:ext cx="153095" cy="116357"/>
          </a:xfrm>
          <a:prstGeom prst="rect">
            <a:avLst/>
          </a:prstGeom>
          <a:noFill/>
        </p:spPr>
      </p:pic>
      <p:pic>
        <p:nvPicPr>
          <p:cNvPr id="33" name="Imagem 32">
            <a:extLst>
              <a:ext uri="{FADEF76B-837D-4378-85E1-B4B650ECB3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498684-7168-4ABE-A855-37B77550C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2977625"/>
            <a:ext cx="153095" cy="116357"/>
          </a:xfrm>
          <a:prstGeom prst="rect">
            <a:avLst/>
          </a:prstGeom>
          <a:noFill/>
        </p:spPr>
      </p:pic>
      <p:pic>
        <p:nvPicPr>
          <p:cNvPr id="34" name="Imagem 33">
            <a:extLst>
              <a:ext uri="{3B76C765-4F39-4FD6-A2CE-1C73A17EA0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697286-B470-426C-8B5E-9BF1C5DD4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3224909"/>
            <a:ext cx="153095" cy="116357"/>
          </a:xfrm>
          <a:prstGeom prst="rect">
            <a:avLst/>
          </a:prstGeom>
          <a:noFill/>
        </p:spPr>
      </p:pic>
      <p:pic>
        <p:nvPicPr>
          <p:cNvPr id="35" name="Imagem 34">
            <a:extLst>
              <a:ext uri="{223196DA-1F1A-4030-B104-769B530C18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BAECC1-5B31-4FDC-96D5-19D0501E7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3467613"/>
            <a:ext cx="153095" cy="116357"/>
          </a:xfrm>
          <a:prstGeom prst="rect">
            <a:avLst/>
          </a:prstGeom>
          <a:noFill/>
        </p:spPr>
      </p:pic>
      <p:pic>
        <p:nvPicPr>
          <p:cNvPr id="36" name="Imagem 35">
            <a:extLst>
              <a:ext uri="{8945CF6F-2063-4B37-A2D7-57A896EA55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2EAE535-D2FB-492D-95DF-7CA913699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3705738"/>
            <a:ext cx="153095" cy="116357"/>
          </a:xfrm>
          <a:prstGeom prst="rect">
            <a:avLst/>
          </a:prstGeom>
          <a:noFill/>
        </p:spPr>
      </p:pic>
      <p:pic>
        <p:nvPicPr>
          <p:cNvPr id="37" name="Imagem 36">
            <a:extLst>
              <a:ext uri="{59C02006-12B3-4557-8941-A74CFA28ED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2987F94-8A5A-49ED-8776-D9B9860BF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174" y="3939284"/>
            <a:ext cx="153095" cy="116357"/>
          </a:xfrm>
          <a:prstGeom prst="rect">
            <a:avLst/>
          </a:prstGeom>
          <a:noFill/>
        </p:spPr>
      </p:pic>
      <p:sp>
        <p:nvSpPr>
          <p:cNvPr id="38" name="Caixa de texto 38">
            <a:extLst>
              <a:ext uri="{71CCDC37-A9AB-47A0-A62F-F856DBF41D6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317967-2913-4CB1-944D-4EA531DE4760}"/>
              </a:ext>
            </a:extLst>
          </p:cNvPr>
          <p:cNvSpPr txBox="1"/>
          <p:nvPr/>
        </p:nvSpPr>
        <p:spPr>
          <a:xfrm>
            <a:off x="5224186" y="1011783"/>
            <a:ext cx="422481" cy="201901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r>
              <a:rPr lang="en-US" sz="700" b="0" dirty="0">
                <a:latin typeface="Poppins"/>
              </a:rPr>
              <a:t>R$ 10</a:t>
            </a:r>
          </a:p>
        </p:txBody>
      </p:sp>
      <p:sp>
        <p:nvSpPr>
          <p:cNvPr id="39" name="Caixa de texto 39">
            <a:extLst>
              <a:ext uri="{E79B0E69-4432-4AA4-B769-40094E0D2C2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398CA9-8103-4D86-83DD-E6FE72A49680}"/>
              </a:ext>
            </a:extLst>
          </p:cNvPr>
          <p:cNvSpPr txBox="1"/>
          <p:nvPr/>
        </p:nvSpPr>
        <p:spPr>
          <a:xfrm>
            <a:off x="8504930" y="4419600"/>
            <a:ext cx="422481" cy="201901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r>
              <a:rPr lang="en-US" sz="700" b="0" dirty="0">
                <a:latin typeface="Poppins"/>
              </a:rPr>
              <a:t>10GB</a:t>
            </a:r>
          </a:p>
        </p:txBody>
      </p:sp>
      <p:sp>
        <p:nvSpPr>
          <p:cNvPr id="40" name="Caixa de texto 40">
            <a:extLst>
              <a:ext uri="{B63406FF-E4E4-40D8-8795-C23DFD79F55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F01A52A-6F9B-403D-A0D2-2964E1D11DE9}"/>
              </a:ext>
            </a:extLst>
          </p:cNvPr>
          <p:cNvSpPr txBox="1"/>
          <p:nvPr/>
        </p:nvSpPr>
        <p:spPr>
          <a:xfrm>
            <a:off x="8437188" y="4152976"/>
            <a:ext cx="510063" cy="201901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r>
              <a:rPr lang="en-US" sz="700" b="0" dirty="0">
                <a:latin typeface="Poppins"/>
              </a:rPr>
              <a:t>1 CNPJ</a:t>
            </a:r>
          </a:p>
        </p:txBody>
      </p:sp>
    </p:spTree>
    <p:extLst>
      <p:ext uri="{EF2EFC89-E1F8-42A4-AD17-B634F98A4F5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30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3">
            <a:extLst>
              <a:ext uri="{5F94E2F5-463D-44E9-B9A3-F7666741F6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194A18-8823-49CF-A28B-9A42264358E7}"/>
              </a:ext>
            </a:extLst>
          </p:cNvPr>
          <p:cNvSpPr txBox="1"/>
          <p:nvPr/>
        </p:nvSpPr>
        <p:spPr>
          <a:xfrm>
            <a:off x="5560409" y="3361161"/>
            <a:ext cx="342840" cy="2144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600" dirty="0" err="1">
                <a:solidFill>
                  <a:srgbClr val="01B76A"/>
                </a:solidFill>
                <a:latin typeface="Poppins-demi_bold"/>
              </a:rPr>
              <a:t>R$</a:t>
            </a:r>
          </a:p>
        </p:txBody>
      </p:sp>
      <p:pic>
        <p:nvPicPr>
          <p:cNvPr id="3" name="Imagem 5">
            <a:extLst>
              <a:ext uri="{ED9F74AB-B898-494A-9A0B-689A863FD22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3930CBC-5BD0-4D0B-8A60-B663BB357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867270"/>
            <a:ext cx="57150" cy="96010"/>
          </a:xfrm>
          <a:prstGeom prst="rect">
            <a:avLst/>
          </a:prstGeom>
          <a:noFill/>
        </p:spPr>
      </p:pic>
      <p:pic>
        <p:nvPicPr>
          <p:cNvPr id="4" name="Imagem 6">
            <a:extLst>
              <a:ext uri="{86D733F1-347D-4C31-A5E9-462B8E6F9E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A2B53C-527B-4F43-9E63-6E5822AE5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1120644"/>
            <a:ext cx="57150" cy="96010"/>
          </a:xfrm>
          <a:prstGeom prst="rect">
            <a:avLst/>
          </a:prstGeom>
          <a:noFill/>
        </p:spPr>
      </p:pic>
      <p:pic>
        <p:nvPicPr>
          <p:cNvPr id="5" name="Imagem 7">
            <a:extLst>
              <a:ext uri="{3711C25E-4312-4CBC-9985-DD63392A1B0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3508606-6EA2-40D6-9026-8272EB295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1374019"/>
            <a:ext cx="57150" cy="96010"/>
          </a:xfrm>
          <a:prstGeom prst="rect">
            <a:avLst/>
          </a:prstGeom>
          <a:noFill/>
        </p:spPr>
      </p:pic>
      <p:pic>
        <p:nvPicPr>
          <p:cNvPr id="6" name="Imagem 8">
            <a:extLst>
              <a:ext uri="{4623B631-F928-437B-92B1-48BAE4DCE04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26EF69A-347D-44CE-9981-BBB06411F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1632085"/>
            <a:ext cx="57150" cy="96010"/>
          </a:xfrm>
          <a:prstGeom prst="rect">
            <a:avLst/>
          </a:prstGeom>
          <a:noFill/>
        </p:spPr>
      </p:pic>
      <p:pic>
        <p:nvPicPr>
          <p:cNvPr id="7" name="Imagem 9">
            <a:extLst>
              <a:ext uri="{2E17C2BB-974C-421A-B9D0-244A7D4517C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936278-FAF4-4A1C-88F3-087B396DD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2001373"/>
            <a:ext cx="57150" cy="96010"/>
          </a:xfrm>
          <a:prstGeom prst="rect">
            <a:avLst/>
          </a:prstGeom>
          <a:noFill/>
        </p:spPr>
      </p:pic>
      <p:pic>
        <p:nvPicPr>
          <p:cNvPr id="8" name="Imagem 10">
            <a:extLst>
              <a:ext uri="{09D92505-96B4-4D78-95FA-4DFEF4F12D5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7CC4FC3-C53D-4157-9F03-12B763567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2409825"/>
            <a:ext cx="57150" cy="96010"/>
          </a:xfrm>
          <a:prstGeom prst="rect">
            <a:avLst/>
          </a:prstGeom>
          <a:noFill/>
        </p:spPr>
      </p:pic>
      <p:pic>
        <p:nvPicPr>
          <p:cNvPr id="9" name="Imagem 11">
            <a:extLst>
              <a:ext uri="{9803727D-14E3-4183-8FCD-7BB7D36D1D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EA13EE-E907-4D66-8149-D2F42833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2647950"/>
            <a:ext cx="57150" cy="96010"/>
          </a:xfrm>
          <a:prstGeom prst="rect">
            <a:avLst/>
          </a:prstGeom>
          <a:noFill/>
        </p:spPr>
      </p:pic>
      <p:sp>
        <p:nvSpPr>
          <p:cNvPr id="10" name="Retângulo 15">
            <a:extLst>
              <a:ext uri="{A6CBAA90-9599-49D5-94A4-4643EECE626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4008E0-3037-426A-B2F8-E48302478870}"/>
              </a:ext>
            </a:extLst>
          </p:cNvPr>
          <p:cNvSpPr/>
          <p:nvPr/>
        </p:nvSpPr>
        <p:spPr>
          <a:xfrm>
            <a:off x="4155729" y="544649"/>
            <a:ext cx="4480760" cy="4054192"/>
          </a:xfrm>
          <a:prstGeom prst="roundRect">
            <a:avLst>
              <a:gd name="adj" fmla="val 6578"/>
            </a:avLst>
          </a:prstGeom>
          <a:solidFill>
            <a:srgbClr val="002060"/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Retângulo 16">
            <a:extLst>
              <a:ext uri="{3BAAD32F-B21C-4E3C-B4E8-0102FD1DA81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85EABC1-DA23-438A-8476-5AF97FD4778E}"/>
              </a:ext>
            </a:extLst>
          </p:cNvPr>
          <p:cNvSpPr/>
          <p:nvPr/>
        </p:nvSpPr>
        <p:spPr>
          <a:xfrm>
            <a:off x="4578124" y="3034503"/>
            <a:ext cx="2091232" cy="974426"/>
          </a:xfrm>
          <a:prstGeom prst="roundRect">
            <a:avLst>
              <a:gd name="adj" fmla="val 6578"/>
            </a:avLst>
          </a:prstGeom>
          <a:solidFill>
            <a:srgbClr val="232325">
              <a:alpha val="0"/>
            </a:srgbClr>
          </a:solidFill>
          <a:ln w="19050" cap="flat">
            <a:solidFill>
              <a:schemeClr val="bg1"/>
            </a:solidFill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Caixa de texto 1">
            <a:extLst>
              <a:ext uri="{37389BD9-C94B-4ED8-ACE5-E2BD6C6C82E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DA2C80-5DF1-4654-A846-8B7D86552DC5}"/>
              </a:ext>
            </a:extLst>
          </p:cNvPr>
          <p:cNvSpPr txBox="1"/>
          <p:nvPr/>
        </p:nvSpPr>
        <p:spPr>
          <a:xfrm>
            <a:off x="4609090" y="716499"/>
            <a:ext cx="3819249" cy="2037921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000" b="0" dirty="0">
                <a:solidFill>
                  <a:schemeClr val="bg1"/>
                </a:solidFill>
                <a:latin typeface="Poppins"/>
              </a:rPr>
              <a:t>Funcionalidades do Plano Básico: 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pt-BR" sz="1000" b="0" dirty="0">
              <a:solidFill>
                <a:schemeClr val="bg1"/>
              </a:solidFill>
              <a:latin typeface="Poppins"/>
            </a:endParaRP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000" b="0" dirty="0">
                <a:solidFill>
                  <a:schemeClr val="bg1"/>
                </a:solidFill>
                <a:latin typeface="Poppins"/>
              </a:rPr>
              <a:t>Até X </a:t>
            </a:r>
            <a:r>
              <a:rPr lang="pt-BR" sz="1000" b="0" dirty="0" err="1">
                <a:solidFill>
                  <a:schemeClr val="bg1"/>
                </a:solidFill>
                <a:latin typeface="Poppins"/>
              </a:rPr>
              <a:t>CNPJs</a:t>
            </a:r>
            <a:r>
              <a:rPr lang="pt-BR" sz="1000" b="0" dirty="0">
                <a:solidFill>
                  <a:schemeClr val="bg1"/>
                </a:solidFill>
                <a:latin typeface="Poppins"/>
              </a:rPr>
              <a:t>/</a:t>
            </a:r>
            <a:r>
              <a:rPr lang="pt-BR" sz="1000" b="0" dirty="0" err="1">
                <a:solidFill>
                  <a:schemeClr val="bg1"/>
                </a:solidFill>
                <a:latin typeface="Poppins"/>
              </a:rPr>
              <a:t>CPFs</a:t>
            </a:r>
            <a:r>
              <a:rPr lang="pt-BR" sz="1000" b="0" dirty="0">
                <a:solidFill>
                  <a:schemeClr val="bg1"/>
                </a:solidFill>
                <a:latin typeface="Poppins"/>
              </a:rPr>
              <a:t> monitorados; 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pt-BR" sz="1000" b="0" dirty="0">
              <a:solidFill>
                <a:schemeClr val="bg1"/>
              </a:solidFill>
              <a:latin typeface="Poppins"/>
            </a:endParaRP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000" b="0" dirty="0">
                <a:solidFill>
                  <a:schemeClr val="bg1"/>
                </a:solidFill>
                <a:latin typeface="Poppins"/>
              </a:rPr>
              <a:t>Média mensal de documentos: x 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pt-BR" sz="1000" b="0" dirty="0">
              <a:solidFill>
                <a:schemeClr val="bg1"/>
              </a:solidFill>
              <a:latin typeface="Poppins"/>
            </a:endParaRP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000" b="0" dirty="0">
                <a:solidFill>
                  <a:schemeClr val="bg1"/>
                </a:solidFill>
                <a:latin typeface="Poppins"/>
              </a:rPr>
              <a:t>Downloads ilimitados via manifestação do destinatário; 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pt-BR" sz="1000" b="0" dirty="0">
              <a:solidFill>
                <a:schemeClr val="bg1"/>
              </a:solidFill>
              <a:latin typeface="Poppins"/>
            </a:endParaRP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000" b="0" dirty="0">
                <a:solidFill>
                  <a:schemeClr val="bg1"/>
                </a:solidFill>
                <a:latin typeface="Poppins"/>
              </a:rPr>
              <a:t>Suporte técnico prioritário em horário comercial;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pt-BR" sz="1000" b="0" dirty="0">
              <a:solidFill>
                <a:schemeClr val="bg1"/>
              </a:solidFill>
              <a:latin typeface="Poppins"/>
            </a:endParaRP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en-US" sz="1000" b="0" dirty="0">
                <a:solidFill>
                  <a:schemeClr val="bg1"/>
                </a:solidFill>
                <a:latin typeface="Poppins"/>
              </a:rPr>
              <a:t>Instalação para x computadores;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en-US" sz="1000" b="0" dirty="0">
              <a:solidFill>
                <a:schemeClr val="bg1"/>
              </a:solidFill>
              <a:latin typeface="Poppins"/>
            </a:endParaRP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en-US" sz="1000" b="0" dirty="0">
                <a:solidFill>
                  <a:schemeClr val="bg1"/>
                </a:solidFill>
                <a:latin typeface="Poppins"/>
              </a:rPr>
              <a:t>Funcionalidade adicional: </a:t>
            </a:r>
            <a:r>
              <a:rPr lang="pt-BR" sz="1000" b="0" dirty="0" err="1">
                <a:solidFill>
                  <a:schemeClr val="bg1"/>
                </a:solidFill>
                <a:latin typeface="Poppins"/>
              </a:rPr>
              <a:t>NFSe;</a:t>
            </a: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endParaRPr lang="pt-BR" sz="1000" b="0" dirty="0" err="1">
              <a:solidFill>
                <a:schemeClr val="bg1"/>
              </a:solidFill>
              <a:latin typeface="Poppins"/>
            </a:endParaRPr>
          </a:p>
          <a:p>
            <a:pPr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en-US" sz="1000" b="0" dirty="0">
                <a:solidFill>
                  <a:schemeClr val="bg1"/>
                </a:solidFill>
                <a:latin typeface="Poppins"/>
              </a:rPr>
              <a:t>Licença para até 01 usuário.</a:t>
            </a:r>
          </a:p>
        </p:txBody>
      </p:sp>
      <p:sp>
        <p:nvSpPr>
          <p:cNvPr id="13" name="Caixa de texto 4">
            <a:extLst>
              <a:ext uri="{12B909EE-C1F3-469A-B745-438D6BDE4A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069090-118E-407D-8748-9EB942983057}"/>
              </a:ext>
            </a:extLst>
          </p:cNvPr>
          <p:cNvSpPr txBox="1"/>
          <p:nvPr/>
        </p:nvSpPr>
        <p:spPr>
          <a:xfrm>
            <a:off x="4992386" y="3429933"/>
            <a:ext cx="1743522" cy="40907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lang="en-US" sz="1400" dirty="0"/>
            </a:pPr>
            <a:r>
              <a:rPr lang="pt-BR" sz="2700" b="1" dirty="0">
                <a:solidFill>
                  <a:srgbClr val="01B76A"/>
                </a:solidFill>
                <a:latin typeface="Poppins"/>
              </a:rPr>
              <a:t>245,00</a:t>
            </a:r>
          </a:p>
        </p:txBody>
      </p:sp>
      <p:sp>
        <p:nvSpPr>
          <p:cNvPr id="14" name="Retângulo 18">
            <a:extLst>
              <a:ext uri="{97E539C1-1CE3-4703-92D3-F31D8FF95CB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F13328-2BC1-4C06-9D4E-DCA46E5F6E9F}"/>
              </a:ext>
            </a:extLst>
          </p:cNvPr>
          <p:cNvSpPr/>
          <p:nvPr/>
        </p:nvSpPr>
        <p:spPr>
          <a:xfrm>
            <a:off x="6788991" y="3161128"/>
            <a:ext cx="1523542" cy="678361"/>
          </a:xfrm>
          <a:prstGeom prst="roundRect">
            <a:avLst>
              <a:gd name="adj" fmla="val 6578"/>
            </a:avLst>
          </a:prstGeom>
          <a:solidFill>
            <a:srgbClr val="232325">
              <a:alpha val="0"/>
            </a:srgbClr>
          </a:solidFill>
          <a:ln w="19050" cap="flat">
            <a:solidFill>
              <a:schemeClr val="bg1"/>
            </a:solidFill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Caixa de texto 12">
            <a:extLst>
              <a:ext uri="{4ADCF79F-5846-48A0-BC3A-675FF8F781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46E1C15-AF50-4CBD-958C-A27EC9B7A78C}"/>
              </a:ext>
            </a:extLst>
          </p:cNvPr>
          <p:cNvSpPr txBox="1"/>
          <p:nvPr/>
        </p:nvSpPr>
        <p:spPr>
          <a:xfrm>
            <a:off x="4692281" y="3262208"/>
            <a:ext cx="1402908" cy="13712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defRPr lang="en-US" sz="1400" dirty="0"/>
            </a:pPr>
            <a:r>
              <a:rPr lang="en-US" sz="900" b="0" dirty="0">
                <a:solidFill>
                  <a:schemeClr val="bg1"/>
                </a:solidFill>
                <a:latin typeface="Poppins"/>
              </a:rPr>
              <a:t>Assinatura Mensal de:</a:t>
            </a:r>
          </a:p>
        </p:txBody>
      </p:sp>
      <p:sp>
        <p:nvSpPr>
          <p:cNvPr id="16" name="Caixa de texto 13">
            <a:extLst>
              <a:ext uri="{90B73A97-0F1C-4030-863B-F328E997582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30559A-0A78-4B0A-BD0A-346E9D722A6B}"/>
              </a:ext>
            </a:extLst>
          </p:cNvPr>
          <p:cNvSpPr txBox="1"/>
          <p:nvPr/>
        </p:nvSpPr>
        <p:spPr>
          <a:xfrm>
            <a:off x="5424230" y="4762500"/>
            <a:ext cx="2143439" cy="13712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defRPr lang="en-US" sz="1400" dirty="0"/>
            </a:pPr>
            <a:r>
              <a:rPr lang="pt-BR" sz="900" dirty="0">
                <a:solidFill>
                  <a:srgbClr val="282829"/>
                </a:solidFill>
                <a:latin typeface="Poppins-demi_bold"/>
              </a:rPr>
              <a:t>Proposta válida até: XX/XX/</a:t>
            </a:r>
            <a:r>
              <a:rPr lang="pt-BR" sz="900" dirty="0" err="1">
                <a:solidFill>
                  <a:srgbClr val="282829"/>
                </a:solidFill>
                <a:latin typeface="Poppins-demi_bold"/>
              </a:rPr>
              <a:t>XXXX</a:t>
            </a:r>
          </a:p>
        </p:txBody>
      </p:sp>
      <p:sp>
        <p:nvSpPr>
          <p:cNvPr id="17" name="Caixa de texto 14">
            <a:extLst>
              <a:ext uri="{7FC570F5-6244-4925-B27D-E126EE2E74D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1545A1D-67B4-4CCE-B35D-023C4540768B}"/>
              </a:ext>
            </a:extLst>
          </p:cNvPr>
          <p:cNvSpPr txBox="1"/>
          <p:nvPr/>
        </p:nvSpPr>
        <p:spPr>
          <a:xfrm>
            <a:off x="5160702" y="4225004"/>
            <a:ext cx="2470813" cy="18283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defRPr lang="en-US" sz="1400" dirty="0"/>
            </a:pPr>
            <a:r>
              <a:rPr lang="pt-BR" sz="1200" dirty="0" err="1">
                <a:solidFill>
                  <a:schemeClr val="bg1"/>
                </a:solidFill>
                <a:latin typeface="Poppins-extra_light"/>
              </a:rPr>
              <a:t>Licenças adicionais por </a:t>
            </a:r>
            <a:r>
              <a:rPr lang="pt-BR" sz="1200" dirty="0" err="1">
                <a:solidFill>
                  <a:schemeClr val="bg1"/>
                </a:solidFill>
                <a:latin typeface="Poppins-light"/>
              </a:rPr>
              <a:t>R$ 85,00</a:t>
            </a:r>
          </a:p>
        </p:txBody>
      </p:sp>
      <p:sp>
        <p:nvSpPr>
          <p:cNvPr id="18" name="Caixa de texto 17">
            <a:extLst>
              <a:ext uri="{24462B99-9C6B-4481-90FF-EAB9D99C875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B32770-8E8E-4F29-96E9-7540C1D21E3D}"/>
              </a:ext>
            </a:extLst>
          </p:cNvPr>
          <p:cNvSpPr txBox="1"/>
          <p:nvPr/>
        </p:nvSpPr>
        <p:spPr>
          <a:xfrm>
            <a:off x="4641227" y="3454888"/>
            <a:ext cx="351548" cy="180203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lang="en-US" sz="1400" dirty="0"/>
            </a:pPr>
            <a:r>
              <a:rPr lang="pt-BR" sz="1800" b="1" dirty="0" err="1">
                <a:solidFill>
                  <a:srgbClr val="01B76A"/>
                </a:solidFill>
                <a:latin typeface="Poppins"/>
              </a:rPr>
              <a:t>R$</a:t>
            </a:r>
          </a:p>
        </p:txBody>
      </p:sp>
      <p:sp>
        <p:nvSpPr>
          <p:cNvPr id="19" name="Caixa de texto 18">
            <a:extLst>
              <a:ext uri="{1FB79818-48E2-414E-81A1-D4F37F97971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A03C92-D8B0-4BCC-BD1A-5244475A0193}"/>
              </a:ext>
            </a:extLst>
          </p:cNvPr>
          <p:cNvSpPr txBox="1"/>
          <p:nvPr/>
        </p:nvSpPr>
        <p:spPr>
          <a:xfrm>
            <a:off x="6919169" y="3470538"/>
            <a:ext cx="1275292" cy="233867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lang="en-US" sz="1400" dirty="0"/>
            </a:pPr>
            <a:r>
              <a:rPr lang="en-US" sz="1600" b="1" dirty="0">
                <a:solidFill>
                  <a:srgbClr val="2699D1"/>
                </a:solidFill>
                <a:latin typeface="Poppins"/>
              </a:rPr>
              <a:t>R$ 350,00</a:t>
            </a:r>
          </a:p>
        </p:txBody>
      </p:sp>
      <p:sp>
        <p:nvSpPr>
          <p:cNvPr id="20" name="Caixa de texto 19">
            <a:extLst>
              <a:ext uri="{79B66519-3B89-41DA-9527-86944551D5C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334CBF-67D8-47DC-9311-8083DCD23FDD}"/>
              </a:ext>
            </a:extLst>
          </p:cNvPr>
          <p:cNvSpPr txBox="1"/>
          <p:nvPr/>
        </p:nvSpPr>
        <p:spPr>
          <a:xfrm>
            <a:off x="6929594" y="3306084"/>
            <a:ext cx="1201826" cy="121901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>
              <a:defRPr lang="en-US" sz="1400" dirty="0"/>
            </a:pPr>
            <a:r>
              <a:rPr lang="pt-BR" sz="800" b="0" dirty="0" err="1">
                <a:solidFill>
                  <a:schemeClr val="bg1"/>
                </a:solidFill>
                <a:latin typeface="Poppins"/>
              </a:rPr>
              <a:t>Valor de instalação de:</a:t>
            </a:r>
          </a:p>
        </p:txBody>
      </p:sp>
      <p:pic>
        <p:nvPicPr>
          <p:cNvPr id="21" name="Imagem 20">
            <a:extLst>
              <a:ext uri="{46C01C68-8E00-446B-A699-07A43463FAC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01286CB-0C72-4ED8-ADBC-7D2A4B8C2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844" y="765800"/>
            <a:ext cx="57150" cy="96010"/>
          </a:xfrm>
          <a:prstGeom prst="rect">
            <a:avLst/>
          </a:prstGeom>
          <a:noFill/>
        </p:spPr>
      </p:pic>
      <p:pic>
        <p:nvPicPr>
          <p:cNvPr id="22" name="Imagem 21">
            <a:extLst>
              <a:ext uri="{F2CAE7C5-AE07-4438-82A7-01DB632B2AA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8D8006-A3AC-4BFA-97CC-11E2665A4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844" y="1038225"/>
            <a:ext cx="57150" cy="96010"/>
          </a:xfrm>
          <a:prstGeom prst="rect">
            <a:avLst/>
          </a:prstGeom>
          <a:noFill/>
        </p:spPr>
      </p:pic>
      <p:pic>
        <p:nvPicPr>
          <p:cNvPr id="23" name="Imagem 22">
            <a:extLst>
              <a:ext uri="{76485894-D72C-49D4-9E04-8F1F306B998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1BAE87-0C81-479B-B92A-CD6C2BCE7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844" y="1291599"/>
            <a:ext cx="57150" cy="96010"/>
          </a:xfrm>
          <a:prstGeom prst="rect">
            <a:avLst/>
          </a:prstGeom>
          <a:noFill/>
        </p:spPr>
      </p:pic>
      <p:pic>
        <p:nvPicPr>
          <p:cNvPr id="24" name="Imagem 23">
            <a:extLst>
              <a:ext uri="{188922DB-6B06-47B7-9B1D-30273E07F30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8571A0-1BEE-48E2-B92F-2DD3CB7F2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844" y="1549670"/>
            <a:ext cx="57150" cy="96010"/>
          </a:xfrm>
          <a:prstGeom prst="rect">
            <a:avLst/>
          </a:prstGeom>
          <a:noFill/>
        </p:spPr>
      </p:pic>
      <p:pic>
        <p:nvPicPr>
          <p:cNvPr id="25" name="Imagem 24">
            <a:extLst>
              <a:ext uri="{CFFC73A6-FE5F-41EA-918A-4EB1657C16B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CDF112-C258-4131-9A0E-2F1068AA9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844" y="1823704"/>
            <a:ext cx="57150" cy="96010"/>
          </a:xfrm>
          <a:prstGeom prst="rect">
            <a:avLst/>
          </a:prstGeom>
          <a:noFill/>
        </p:spPr>
      </p:pic>
      <p:pic>
        <p:nvPicPr>
          <p:cNvPr id="26" name="Imagem 25">
            <a:extLst>
              <a:ext uri="{5B0E1088-42E8-4D21-A1B7-C5DACD44D5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443200-7845-4017-9EF5-37446B7ED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844" y="2327405"/>
            <a:ext cx="57150" cy="96010"/>
          </a:xfrm>
          <a:prstGeom prst="rect">
            <a:avLst/>
          </a:prstGeom>
          <a:noFill/>
        </p:spPr>
      </p:pic>
      <p:pic>
        <p:nvPicPr>
          <p:cNvPr id="27" name="Imagem 26">
            <a:extLst>
              <a:ext uri="{DF2701B9-65BB-4884-A507-BFFFDB9CD90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E91693-9AA5-41B2-8FEB-F7A37552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844" y="2070801"/>
            <a:ext cx="57150" cy="96010"/>
          </a:xfrm>
          <a:prstGeom prst="rect">
            <a:avLst/>
          </a:prstGeom>
          <a:noFill/>
        </p:spPr>
      </p:pic>
      <p:pic>
        <p:nvPicPr>
          <p:cNvPr id="28" name="Imagem 28">
            <a:extLst>
              <a:ext uri="{57650F15-0264-4436-B235-7103C0F71F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302294-9F4F-480B-B0F2-D3E55C08C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645" y="2590800"/>
            <a:ext cx="57150" cy="96010"/>
          </a:xfrm>
          <a:prstGeom prst="rect">
            <a:avLst/>
          </a:prstGeom>
          <a:noFill/>
        </p:spPr>
      </p:pic>
    </p:spTree>
    <p:extLst>
      <p:ext uri="{B43DD0AE-D829-49FD-AE34-83B45725814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32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 de texto 6">
            <a:extLst>
              <a:ext uri="{88629BD3-27D2-4F65-BA4E-E824A23626D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3E78E13-E4BC-4AEF-9F2D-31E423472B5E}"/>
              </a:ext>
            </a:extLst>
          </p:cNvPr>
          <p:cNvSpPr txBox="1"/>
          <p:nvPr/>
        </p:nvSpPr>
        <p:spPr>
          <a:xfrm>
            <a:off x="957244" y="2720538"/>
            <a:ext cx="1905000" cy="30855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endParaRPr lang="pt-BR" dirty="0"/>
          </a:p>
        </p:txBody>
      </p:sp>
      <p:sp>
        <p:nvSpPr>
          <p:cNvPr id="16" name="Caixa de texto 1">
            <a:extLst>
              <a:ext uri="{FF2B5EF4-FFF2-40B4-BE49-F238E27FC236}">
                <a16:creationId xmlns:a16="http://schemas.microsoft.com/office/drawing/2014/main" id="{58C1653C-C29D-3EF6-B252-34CAD8E8DB79}"/>
              </a:ext>
              <a:ext uri="{2D22963C-2CF5-4DCC-B2A2-8C75EF83B2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2DF3C4-7610-48C7-9C07-F13F18567BE9}"/>
              </a:ext>
            </a:extLst>
          </p:cNvPr>
          <p:cNvSpPr txBox="1"/>
          <p:nvPr/>
        </p:nvSpPr>
        <p:spPr>
          <a:xfrm>
            <a:off x="5679833" y="2812740"/>
            <a:ext cx="2396985" cy="297197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en-US" sz="1500" dirty="0">
                <a:solidFill>
                  <a:schemeClr val="tx1"/>
                </a:solidFill>
                <a:latin typeface="Poppins-demi_bold"/>
              </a:rPr>
              <a:t>Adriner Ferreira</a:t>
            </a:r>
          </a:p>
        </p:txBody>
      </p:sp>
      <p:sp>
        <p:nvSpPr>
          <p:cNvPr id="17" name="Caixa de texto 2">
            <a:extLst>
              <a:ext uri="{FF2B5EF4-FFF2-40B4-BE49-F238E27FC236}">
                <a16:creationId xmlns:a16="http://schemas.microsoft.com/office/drawing/2014/main" id="{1C7968D6-4DCD-A52E-79BE-0B84242EA096}"/>
              </a:ext>
              <a:ext uri="{F901F7FD-C545-40D0-97FF-D16C648CED1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693428-9508-4221-991B-7773E2CAA73C}"/>
              </a:ext>
            </a:extLst>
          </p:cNvPr>
          <p:cNvSpPr txBox="1"/>
          <p:nvPr/>
        </p:nvSpPr>
        <p:spPr>
          <a:xfrm>
            <a:off x="5551856" y="3172430"/>
            <a:ext cx="2396985" cy="25699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en-US" sz="1200" dirty="0">
                <a:solidFill>
                  <a:schemeClr val="tx1"/>
                </a:solidFill>
                <a:latin typeface="Poppins-light"/>
              </a:rPr>
              <a:t>Consultora de vendas</a:t>
            </a:r>
          </a:p>
        </p:txBody>
      </p:sp>
      <p:sp>
        <p:nvSpPr>
          <p:cNvPr id="18" name="Caixa de texto 3">
            <a:extLst>
              <a:ext uri="{FF2B5EF4-FFF2-40B4-BE49-F238E27FC236}">
                <a16:creationId xmlns:a16="http://schemas.microsoft.com/office/drawing/2014/main" id="{1E03D7F1-CD1C-9AA9-AB82-5A2E33924464}"/>
              </a:ext>
              <a:ext uri="{6C904DDD-3CAB-450B-A5D0-5513C4E7E2B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A96D1F-CDB1-4A3B-82AA-7DDAB78F370E}"/>
              </a:ext>
            </a:extLst>
          </p:cNvPr>
          <p:cNvSpPr txBox="1"/>
          <p:nvPr/>
        </p:nvSpPr>
        <p:spPr>
          <a:xfrm>
            <a:off x="5791200" y="3523864"/>
            <a:ext cx="2396985" cy="25699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200" dirty="0">
                <a:solidFill>
                  <a:schemeClr val="tx1"/>
                </a:solidFill>
                <a:latin typeface="Poppins-light"/>
              </a:rPr>
              <a:t>Adriner.ferreira@fiscal.io</a:t>
            </a:r>
          </a:p>
        </p:txBody>
      </p:sp>
      <p:sp>
        <p:nvSpPr>
          <p:cNvPr id="19" name="Caixa de texto 4">
            <a:extLst>
              <a:ext uri="{FF2B5EF4-FFF2-40B4-BE49-F238E27FC236}">
                <a16:creationId xmlns:a16="http://schemas.microsoft.com/office/drawing/2014/main" id="{901A2332-0154-B8E8-2B13-7B810AE7DD02}"/>
              </a:ext>
              <a:ext uri="{B6C21854-7ACE-43DF-82F5-5D0F5A7D60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A6D0E8D-72D4-4E94-BF80-981CBC60B464}"/>
              </a:ext>
            </a:extLst>
          </p:cNvPr>
          <p:cNvSpPr txBox="1"/>
          <p:nvPr/>
        </p:nvSpPr>
        <p:spPr>
          <a:xfrm>
            <a:off x="5667233" y="3881632"/>
            <a:ext cx="2396985" cy="256993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defRPr lang="en-US" sz="1400" dirty="0"/>
            </a:pPr>
            <a:r>
              <a:rPr lang="pt-BR" sz="1200" b="0" dirty="0" err="1">
                <a:solidFill>
                  <a:schemeClr val="tx1"/>
                </a:solidFill>
                <a:latin typeface="Poppins"/>
              </a:rPr>
              <a:t>41</a:t>
            </a:r>
            <a:r>
              <a:rPr lang="pt-BR" sz="1200" b="0" dirty="0">
                <a:solidFill>
                  <a:schemeClr val="tx1"/>
                </a:solidFill>
                <a:latin typeface="Poppins"/>
              </a:rPr>
              <a:t> 4141-4010 | 44 3142-4869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51C6A42-50E3-786C-690D-0F8C7062E38C}"/>
              </a:ext>
            </a:extLst>
          </p:cNvPr>
          <p:cNvSpPr/>
          <p:nvPr/>
        </p:nvSpPr>
        <p:spPr>
          <a:xfrm>
            <a:off x="4953000" y="514350"/>
            <a:ext cx="2614841" cy="2346921"/>
          </a:xfrm>
          <a:prstGeom prst="rect">
            <a:avLst/>
          </a:prstGeom>
          <a:solidFill>
            <a:schemeClr val="bg1"/>
          </a:solidFill>
        </p:spPr>
        <p:style>
          <a:lnRef idx="0">
            <a:scrgbClr r="0" g="0" b="0"/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EC3E7BC2-8C89-E9E0-BDA9-C68C8306B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590550"/>
            <a:ext cx="1869452" cy="1869452"/>
          </a:xfrm>
          <a:prstGeom prst="rect">
            <a:avLst/>
          </a:prstGeom>
        </p:spPr>
      </p:pic>
    </p:spTree>
    <p:extLst>
      <p:ext uri="{536243CA-602D-4A12-A412-1AB2F108981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80920043833"/>
      </p:ext>
    </p:extLst>
  </p:cSld>
  <p:clrMapOvr>
    <a:masterClrMapping/>
  </p:clrMapOvr>
  <p:transition spd="slow">
    <p:push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FONT2" val="Poppins-light"/>
  <p:tag name="WEBFONT1" val="Poppins-extra_light"/>
  <p:tag name="WEBFONT4" val="Poppins-demi_bold"/>
  <p:tag name="WEBFONT6" val="Poppins-heav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KS:NOMODIFY" val="true"/>
  <p:tag name="LOCKERS" val="prop: MODIFY&#10;locker: &quot;541a955f76c5b9a91b998e33d156434e&quot;&#10;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</Words>
  <Application>Microsoft Office PowerPoint</Application>
  <PresentationFormat>Apresentação na tela (16:9)</PresentationFormat>
  <Paragraphs>84</Paragraphs>
  <Slides>7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  <vt:variant>
        <vt:lpstr>Apresentações personalizadas</vt:lpstr>
      </vt:variant>
      <vt:variant>
        <vt:i4>1</vt:i4>
      </vt:variant>
    </vt:vector>
  </HeadingPairs>
  <TitlesOfParts>
    <vt:vector size="14" baseType="lpstr">
      <vt:lpstr>Poppins-demi_bold</vt:lpstr>
      <vt:lpstr>Open Sans</vt:lpstr>
      <vt:lpstr>Poppins-light</vt:lpstr>
      <vt:lpstr>Poppins</vt:lpstr>
      <vt:lpstr>Poppins-extra_light</vt:lpstr>
      <vt:lpstr>Whitepaper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de slides sem título_1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Adriner Ferreira</cp:lastModifiedBy>
  <cp:revision>1</cp:revision>
  <dcterms:created xsi:type="dcterms:W3CDTF">2026-06-08T04:53:23Z</dcterms:created>
  <dcterms:modified xsi:type="dcterms:W3CDTF">2026-06-08T21:26:24Z</dcterms:modified>
</cp:coreProperties>
</file>