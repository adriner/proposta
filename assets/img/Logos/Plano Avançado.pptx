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-demi_bold" panose="020B0604020202020204" charset="0"/>
      <p:regular r:id="rId19"/>
    </p:embeddedFont>
    <p:embeddedFont>
      <p:font typeface="Poppins-extra_light" panose="020B0604020202020204" charset="0"/>
      <p:regular r:id="rId20"/>
    </p:embeddedFont>
    <p:embeddedFont>
      <p:font typeface="Poppins-light" panose="020B0604020202020204" charset="0"/>
      <p:regular r:id="rId21"/>
    </p:embeddedFont>
  </p:embeddedFontLst>
  <p:custShowLst>
    <p:custShow name="Apresentação de slides sem título_1" id="0">
      <p:sldLst>
        <p:sld r:id="rId4"/>
      </p:sldLst>
    </p:custShow>
  </p:custShowLst>
  <p:custDataLst>
    <p:tags r:id="rId22"/>
  </p:custData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0ED01-D3A5-4D03-BA8A-9B042FA46861}" v="7" dt="2026-06-08T19:06:44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90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ner Ferreira" userId="205a798644f2e568" providerId="LiveId" clId="{EF1353F6-F8E1-4901-A05F-59424BA44040}"/>
    <pc:docChg chg="undo custSel modSld">
      <pc:chgData name="Adriner Ferreira" userId="205a798644f2e568" providerId="LiveId" clId="{EF1353F6-F8E1-4901-A05F-59424BA44040}" dt="2026-06-08T19:06:48.190" v="32" actId="1038"/>
      <pc:docMkLst>
        <pc:docMk/>
      </pc:docMkLst>
      <pc:sldChg chg="addSp delSp modSp mod">
        <pc:chgData name="Adriner Ferreira" userId="205a798644f2e568" providerId="LiveId" clId="{EF1353F6-F8E1-4901-A05F-59424BA44040}" dt="2026-06-08T19:06:10.073" v="19"/>
        <pc:sldMkLst>
          <pc:docMk/>
          <pc:sldMk cId="0" sldId="256"/>
        </pc:sldMkLst>
        <pc:spChg chg="del">
          <ac:chgData name="Adriner Ferreira" userId="205a798644f2e568" providerId="LiveId" clId="{EF1353F6-F8E1-4901-A05F-59424BA44040}" dt="2026-06-08T19:06:09.231" v="18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9:06:00.559" v="16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driner Ferreira" userId="205a798644f2e568" providerId="LiveId" clId="{EF1353F6-F8E1-4901-A05F-59424BA44040}" dt="2026-06-08T19:06:10.073" v="19"/>
          <ac:spMkLst>
            <pc:docMk/>
            <pc:sldMk cId="0" sldId="256"/>
            <ac:spMk id="5" creationId="{FB862836-8CAD-22A7-7455-5F929B1801E4}"/>
          </ac:spMkLst>
        </pc:spChg>
        <pc:picChg chg="add mod">
          <ac:chgData name="Adriner Ferreira" userId="205a798644f2e568" providerId="LiveId" clId="{EF1353F6-F8E1-4901-A05F-59424BA44040}" dt="2026-06-08T19:06:01.508" v="17"/>
          <ac:picMkLst>
            <pc:docMk/>
            <pc:sldMk cId="0" sldId="256"/>
            <ac:picMk id="4" creationId="{8B6DFAFD-0D30-21D4-B5E7-5E9E25A7DC2F}"/>
          </ac:picMkLst>
        </pc:picChg>
      </pc:sldChg>
      <pc:sldChg chg="addSp delSp modSp mod">
        <pc:chgData name="Adriner Ferreira" userId="205a798644f2e568" providerId="LiveId" clId="{EF1353F6-F8E1-4901-A05F-59424BA44040}" dt="2026-06-08T19:06:48.190" v="32" actId="1038"/>
        <pc:sldMkLst>
          <pc:docMk/>
          <pc:sldMk cId="0" sldId="262"/>
        </pc:sldMkLst>
        <pc:spChg chg="del">
          <ac:chgData name="Adriner Ferreira" userId="205a798644f2e568" providerId="LiveId" clId="{EF1353F6-F8E1-4901-A05F-59424BA44040}" dt="2026-06-08T19:06:44.270" v="25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driner Ferreira" userId="205a798644f2e568" providerId="LiveId" clId="{EF1353F6-F8E1-4901-A05F-59424BA44040}" dt="2026-06-08T19:06:30.166" v="24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driner Ferreira" userId="205a798644f2e568" providerId="LiveId" clId="{EF1353F6-F8E1-4901-A05F-59424BA44040}" dt="2026-06-08T19:06:27.031" v="22" actId="20577"/>
          <ac:spMkLst>
            <pc:docMk/>
            <pc:sldMk cId="0" sldId="262"/>
            <ac:spMk id="17" creationId="{00000000-0000-0000-0000-000000000000}"/>
          </ac:spMkLst>
        </pc:spChg>
        <pc:spChg chg="add mod">
          <ac:chgData name="Adriner Ferreira" userId="205a798644f2e568" providerId="LiveId" clId="{EF1353F6-F8E1-4901-A05F-59424BA44040}" dt="2026-06-08T19:06:48.190" v="32" actId="1038"/>
          <ac:spMkLst>
            <pc:docMk/>
            <pc:sldMk cId="0" sldId="262"/>
            <ac:spMk id="19" creationId="{F0204C42-C3C0-FD1F-4310-8F28FF5BFB67}"/>
          </ac:spMkLst>
        </pc:spChg>
      </pc:sldChg>
      <pc:sldChg chg="addSp delSp modSp mod">
        <pc:chgData name="Adriner Ferreira" userId="205a798644f2e568" providerId="LiveId" clId="{EF1353F6-F8E1-4901-A05F-59424BA44040}" dt="2026-06-08T16:40:31.263" v="15" actId="115"/>
        <pc:sldMkLst>
          <pc:docMk/>
          <pc:sldMk cId="0" sldId="263"/>
        </pc:sldMkLst>
        <pc:spChg chg="del">
          <ac:chgData name="Adriner Ferreira" userId="205a798644f2e568" providerId="LiveId" clId="{EF1353F6-F8E1-4901-A05F-59424BA44040}" dt="2026-06-08T16:39:46.540" v="1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6:39:46.540" v="1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6:39:46.540" v="1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6:40:24.484" v="14" actId="478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Adriner Ferreira" userId="205a798644f2e568" providerId="LiveId" clId="{EF1353F6-F8E1-4901-A05F-59424BA44040}" dt="2026-06-08T16:39:39.792" v="0"/>
          <ac:spMkLst>
            <pc:docMk/>
            <pc:sldMk cId="0" sldId="263"/>
            <ac:spMk id="7" creationId="{B17B22A6-4004-DFCC-9B5D-82A3614A0D92}"/>
          </ac:spMkLst>
        </pc:spChg>
        <pc:spChg chg="add mod">
          <ac:chgData name="Adriner Ferreira" userId="205a798644f2e568" providerId="LiveId" clId="{EF1353F6-F8E1-4901-A05F-59424BA44040}" dt="2026-06-08T16:39:39.792" v="0"/>
          <ac:spMkLst>
            <pc:docMk/>
            <pc:sldMk cId="0" sldId="263"/>
            <ac:spMk id="8" creationId="{9F4A0876-BDDF-9928-22B1-A27D8ECADDEB}"/>
          </ac:spMkLst>
        </pc:spChg>
        <pc:spChg chg="add mod">
          <ac:chgData name="Adriner Ferreira" userId="205a798644f2e568" providerId="LiveId" clId="{EF1353F6-F8E1-4901-A05F-59424BA44040}" dt="2026-06-08T16:39:39.792" v="0"/>
          <ac:spMkLst>
            <pc:docMk/>
            <pc:sldMk cId="0" sldId="263"/>
            <ac:spMk id="9" creationId="{DD6A44B6-144F-91E8-D2EF-1837E72C20F2}"/>
          </ac:spMkLst>
        </pc:spChg>
        <pc:spChg chg="add mod">
          <ac:chgData name="Adriner Ferreira" userId="205a798644f2e568" providerId="LiveId" clId="{EF1353F6-F8E1-4901-A05F-59424BA44040}" dt="2026-06-08T16:39:39.792" v="0"/>
          <ac:spMkLst>
            <pc:docMk/>
            <pc:sldMk cId="0" sldId="263"/>
            <ac:spMk id="10" creationId="{452DBF73-08EF-568A-1032-A8F5A8E801E7}"/>
          </ac:spMkLst>
        </pc:spChg>
        <pc:spChg chg="add mod">
          <ac:chgData name="Adriner Ferreira" userId="205a798644f2e568" providerId="LiveId" clId="{EF1353F6-F8E1-4901-A05F-59424BA44040}" dt="2026-06-08T16:39:39.792" v="0"/>
          <ac:spMkLst>
            <pc:docMk/>
            <pc:sldMk cId="0" sldId="263"/>
            <ac:spMk id="11" creationId="{977F1C0D-7A71-4129-52B8-040BE63D2B98}"/>
          </ac:spMkLst>
        </pc:spChg>
        <pc:spChg chg="add del mod">
          <ac:chgData name="Adriner Ferreira" userId="205a798644f2e568" providerId="LiveId" clId="{EF1353F6-F8E1-4901-A05F-59424BA44040}" dt="2026-06-08T16:40:00.100" v="7" actId="21"/>
          <ac:spMkLst>
            <pc:docMk/>
            <pc:sldMk cId="0" sldId="263"/>
            <ac:spMk id="13" creationId="{7C1DB454-15EC-6A04-1D41-EFCDEA67CF15}"/>
          </ac:spMkLst>
        </pc:spChg>
        <pc:spChg chg="add mod">
          <ac:chgData name="Adriner Ferreira" userId="205a798644f2e568" providerId="LiveId" clId="{EF1353F6-F8E1-4901-A05F-59424BA44040}" dt="2026-06-08T16:39:47.804" v="2"/>
          <ac:spMkLst>
            <pc:docMk/>
            <pc:sldMk cId="0" sldId="263"/>
            <ac:spMk id="14" creationId="{9273707B-7109-14E8-C948-4A95BD17A9CC}"/>
          </ac:spMkLst>
        </pc:spChg>
        <pc:spChg chg="add mod">
          <ac:chgData name="Adriner Ferreira" userId="205a798644f2e568" providerId="LiveId" clId="{EF1353F6-F8E1-4901-A05F-59424BA44040}" dt="2026-06-08T16:39:47.804" v="2"/>
          <ac:spMkLst>
            <pc:docMk/>
            <pc:sldMk cId="0" sldId="263"/>
            <ac:spMk id="15" creationId="{0CAF94AF-8487-6ED8-C9FF-0D56B9D869F8}"/>
          </ac:spMkLst>
        </pc:spChg>
        <pc:spChg chg="add del mod">
          <ac:chgData name="Adriner Ferreira" userId="205a798644f2e568" providerId="LiveId" clId="{EF1353F6-F8E1-4901-A05F-59424BA44040}" dt="2026-06-08T16:40:21.710" v="13" actId="478"/>
          <ac:spMkLst>
            <pc:docMk/>
            <pc:sldMk cId="0" sldId="263"/>
            <ac:spMk id="16" creationId="{B5EC28A5-AB7B-6DF1-E464-18C2CB2E2A41}"/>
          </ac:spMkLst>
        </pc:spChg>
        <pc:spChg chg="add mod">
          <ac:chgData name="Adriner Ferreira" userId="205a798644f2e568" providerId="LiveId" clId="{EF1353F6-F8E1-4901-A05F-59424BA44040}" dt="2026-06-08T16:40:31.263" v="15" actId="115"/>
          <ac:spMkLst>
            <pc:docMk/>
            <pc:sldMk cId="0" sldId="263"/>
            <ac:spMk id="17" creationId="{1691A1E7-3131-3396-C37F-A3A06D07EADB}"/>
          </ac:spMkLst>
        </pc:spChg>
        <pc:spChg chg="add mod">
          <ac:chgData name="Adriner Ferreira" userId="205a798644f2e568" providerId="LiveId" clId="{EF1353F6-F8E1-4901-A05F-59424BA44040}" dt="2026-06-08T16:40:00.655" v="8"/>
          <ac:spMkLst>
            <pc:docMk/>
            <pc:sldMk cId="0" sldId="263"/>
            <ac:spMk id="19" creationId="{7C1DB454-15EC-6A04-1D41-EFCDEA67CF15}"/>
          </ac:spMkLst>
        </pc:spChg>
        <pc:picChg chg="add mod">
          <ac:chgData name="Adriner Ferreira" userId="205a798644f2e568" providerId="LiveId" clId="{EF1353F6-F8E1-4901-A05F-59424BA44040}" dt="2026-06-08T16:39:39.792" v="0"/>
          <ac:picMkLst>
            <pc:docMk/>
            <pc:sldMk cId="0" sldId="263"/>
            <ac:picMk id="12" creationId="{695BACC5-0ED8-50EA-B40C-E609794177E5}"/>
          </ac:picMkLst>
        </pc:picChg>
        <pc:picChg chg="add mod">
          <ac:chgData name="Adriner Ferreira" userId="205a798644f2e568" providerId="LiveId" clId="{EF1353F6-F8E1-4901-A05F-59424BA44040}" dt="2026-06-08T16:39:47.804" v="2"/>
          <ac:picMkLst>
            <pc:docMk/>
            <pc:sldMk cId="0" sldId="263"/>
            <ac:picMk id="18" creationId="{7363771B-1E67-B526-153E-6EBF6CBC0A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E3B3B91-66B0-4A97-8F9E-67E3A455F9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6A2A6D-8110-440B-892F-347B45E4B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61029A26-FF83-4F74-8DE8-713B31AEA75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585F98-983A-4509-8E5B-E63223AEA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D0297E31-8246-423B-BB73-2CF853E1414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80F4E-2F94-47F9-BA76-B35699EB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80BC85D9-40DB-4EDE-AD7D-79875DE73F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0F34657-C918-4CF3-80AD-EC3571B3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A85F0ECD-2BF4-4EFD-AC8D-E24593012B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5E9DF5-DC23-4AF1-B122-616711D7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914616F2-1D98-4F2C-A82F-E288115A18C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9D6640C-9411-41F3-B0FB-4CB1DB54C0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0F3DA0-C440-44A5-ACCA-C0C62117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3E9B044E-9FF8-42CA-8757-3C3A502892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A3E852-44A0-4CB5-864A-A14EF5635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A6935E0-895D-4E29-B831-6B1672D611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1F174B-F074-4A1C-B0AD-792A5DFF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5ADCFA67-5860-4725-9D9B-0C7F01496A0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1FCB92-ACE7-42EF-9096-4984579C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296AED27-0B56-47C5-8A8A-51F3DDDD05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EE8E247-F2BD-44EB-A650-0C68596E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3A740C6F-EC7F-4FDD-84EF-72556250569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474F07AF-61B9-493F-81B1-023F462594D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CDAB040-A9A2-40B9-A3C4-D28E2E7163A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8B340CF2-4709-42C6-8A31-B11A6DEC4AA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B149CA-B2FD-420E-B79F-63BBFEB35BCC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94A7173A-1BE1-4D8F-931B-26C6EA33514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E69E6A-E159-412F-AE5E-73B97960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86F85CA2-7969-4810-B43C-3503846F24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DC86E9-4EE8-4CD4-9FE7-9E94C556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F06B49EA-7B88-4F45-B86F-9BD0256D67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6192F3C-AB5D-4ADF-B71C-6C4C6531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517EA5C9-16D6-4E45-93A1-74EB5A3A043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BA73981-753C-477F-AA42-607B8C171BA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0D70D7-7705-4679-B6CC-EC7F2288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A64C0296-BA14-42D3-ABBC-A1071FD2E6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51B267-71B4-49BC-BF03-CBC520454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2E64538A-2ABB-4B4D-9DF5-F3B319740F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13066-0F43-49A2-B176-8EB709F4E7E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DFAC2D49-C0B8-487A-A4A6-642B859E85C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825363A-14A2-49FA-AB96-0A64B625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33394598-7932-4C74-BC48-5EB18090B3A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2ED736-C418-4013-BBE7-BB49492D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D5ED4F54-A1C6-4ADB-B183-25E217D1057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C0BFB2A-6C27-4CEA-9D64-BD40EFC4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7D0D538F-825B-43FF-A921-C0615C08D9E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780AD000-8B7D-43CE-8F19-2C85AA6EC5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D1E8ADE-BDCB-4DC5-8BC2-87CFF0589F2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503275E3-4F67-41EC-9DDE-F5C669C3B31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ADC50B-6146-4E70-B277-A9F75B19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0AAF7C39-FD86-45D9-A7C6-28548B30BE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E79628F-CA9E-42F5-9590-01E986A22CF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11600EB5-4CF8-42C6-92AE-1584246C01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B3CA2F-9EA8-4BE3-AB33-CD273BC1A0B0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2FEA93BF-445E-479A-B499-9C8EDF8865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295D5C-46A9-4267-B244-8329077B8B2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D60C25EC-50F8-46D8-BC4F-7117F6BB19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6269DF-6550-4288-A60D-1D315523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2DA8B0AD-F8B8-45D8-8B3B-0B031783C93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B637682-1D64-4A26-A14F-962A0801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9F7A292B-7FD4-4240-A859-3F777ABDB9B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E2DC3C-5293-4676-AD98-B3717FD6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9EFB316D-FB92-4568-AD1C-6B57C74523E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578D961-7C77-4730-BFCD-5B6BF2A314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A57ABC-4DB7-4550-8CEF-0E4BC57E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01496C82-A3D9-4F92-A50F-4ECBDD7A79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6EAEF8-D0A6-44BF-9FF8-BA21F18B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68BEE047-DB63-4BEE-8D1E-7A39FBB0634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80E52B-1580-4966-A403-5E9C8CFB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2F87F2A5-3262-4E2E-AAE0-CD5F3C89BD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12E57C9-6DB9-423F-AAD8-441E696B2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13B39044-2CB8-4ECA-B088-421EAB9CFAE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50FC4594-B14F-40B1-A7BD-A81CD4E7398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FAF5FA-8351-4D24-BE6C-07975AC1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9E5EE028-CDE0-4734-86F3-FBE970C025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6E8B108-ABAA-44FE-B560-8DCB094B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38BA98DB-39D3-4B1E-AB87-78BDC56223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E20190-B895-4F21-9087-EF194056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4AC88699-B4FD-40BE-BBB3-0764F32C029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4FED092-4345-46AD-84F8-D1A956839D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7F89A27-AC11-45C8-A256-D2B47DFD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DF60C084-1A5D-4B40-8072-3D3B2E7C39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FC07C76-94E8-4ADD-BB0F-437B3EF3F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A3C089-F361-4956-BA11-52A07F3AA5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815AD9-34CF-42BA-99E0-1A109077C51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9DB80698-C9F4-42DA-9854-154B6AB625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CB445E-3642-42DE-8418-73D75E7F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ECCD7E97-0849-4DA3-B8DB-61A05EC416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05BEA0-83C6-457E-816B-656961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E1FAC885-9CC1-4C1F-BB11-8C1E975715B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9F7330-0C18-4AF5-A612-0325C1AA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9750C6A7-ED6C-4137-9740-17B9AB63F4D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85D9A34E-917C-4F59-AFE6-CD3B38F39D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B314959-3A72-4DCF-A0FE-3C3FB907CB48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1880E2EA-60C2-4D03-9648-575B2B03A5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FC9495-559C-479E-8140-F3499AE4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2B78AE55-E888-4371-A23A-85A94E6D50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C994CC-E5F6-4D9C-B24D-75AFC290B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A6A0DFAC-3639-4D3E-93A3-639CEE1C45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7CC8A1-85E6-4DF6-9B55-9F5659B2482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435D3765-1BE2-49B9-A7B9-0E9556B031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5721CF-8312-4C7F-8ADF-66B32631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0F7927FF-0F3B-48AF-BA25-C31B3BEED2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E3A21C-320E-4351-A87D-1F6AE725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6768C4CF-34AE-47D9-BE0D-461F044AB94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B9CBDC-0C1A-44DC-9C06-477E6D49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2256ADEB-E7A5-4592-841B-68AB75FA0E7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EED818A9-4849-4F8D-A638-0A22325F51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F1C223-370A-4360-B4C9-6249A2AEB463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6D462869-F897-4E19-9A14-C7525422AB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7C7F6C-4EF2-4EB2-A750-BCC2415A851C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C1B41C4C-A77A-4999-9481-291136170F7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B4FCA3-3D87-437B-8C11-C6D487BC1FB3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E8DDA7FB-A2AF-436B-A324-3945CDC8690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5A6EDC-4437-4287-91DD-71269042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B9402169-B567-4D0B-97BE-4358147F49F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9B8EB6-FB53-4088-B36F-F470025F0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EA9D2B1C-7DA0-4980-9CD4-53F0CD09AC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202A0E5-E335-453B-821E-6C68B763FB9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1FB6951C-935A-4A2D-83DE-B8EBB82E7A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79C1AF-54A7-486C-98EF-0FA2A83414A2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7BA9F976-9E4E-4262-91A6-9027A7AA47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7482D9-9FEA-485A-BA48-C3019713F7F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ED5A9888-2580-43E8-B440-3FA32B930E1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A8C36B-6F6E-4F0F-9227-C8BE13249141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625B6DD1-E59E-4E36-B39F-2DBE7CDA0B4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233AF3-D429-4B75-BA1F-0E8204B0710F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921AC9FC-EE63-4078-9184-3AFBC6265BA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C866F6E-DE5F-46FA-B553-ED43C193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ECBE6E7F-C956-4563-9662-3FA5B9A637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FE04334-217C-4E04-9BAF-9D02059B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A1864B42-5863-437F-8157-36362D02855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EE8320-CF39-4944-91C5-AFFEFD28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A4E7857C-D313-467D-A79B-945CB3FB484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93BC059-D9FB-4034-AB4B-F8E25C28771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5247288-1219-4771-A30C-54BCED47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5C76099A-9DD6-4B77-A51D-8BD4BD2B18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EB75BD3-6B8B-4C4B-8194-0742F30F3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8ACEA667-18C5-460D-8792-84B0557064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342B03-DEC6-46ED-B20A-C438F7D3F29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31FFC6C2-E779-44D1-8BC8-D6996C159C6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0D08B0-60C6-4A5D-8F02-81FD7FC30731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4AB0C2F7-DE90-4D01-9363-F73755BC58C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611882-3A25-42B1-9518-CC1964B35319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10FE4DF2-5C95-439A-91E9-B22DC67ACE5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19BDEE-0524-4F32-9627-ED00B17F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72C7E84A-DDFF-4853-BF17-DA3DB76029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FC91DA-2ADA-46B5-A2AC-F447431C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A638E73F-8CFE-4E92-ACEB-23CF7A6539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6F6427-64B5-4FFE-A1C2-13B0F60E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14A95B9C-7EAF-4E4F-A35D-A346A71B792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2695E5A7-2199-4B81-89A4-8082C8EB65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62A85A8-C794-4224-A12F-E46618CA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F665678-132D-415F-8B53-74BEB06D95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A2441BD-A625-4957-9942-672305B3A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D1DAFEA6-2CDD-4F65-8102-EB7CEEF12F2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DA243B-6C75-437F-BD52-CC5EF6F27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1B21EA4F-160D-4D2D-A1B0-E378705DDE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E490C9-D1AA-474A-A7AE-B63461354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67B14B4B-2239-46F9-9133-AA75FCCFF2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D1A810-B65C-4624-91E0-794D629E2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har char="-"/>
        <a:defRPr lang="en-US" sz="1400" b="0" i="0" dirty="0">
          <a:solidFill>
            <a:schemeClr val="tx1">
              <a:lumMod val="85000"/>
              <a:lumOff val="15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har char="-"/>
        <a:defRPr lang="en-US" sz="1200" b="0" i="0" dirty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har char="-"/>
        <a:defRPr lang="en-US" sz="10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B6DFAFD-0D30-21D4-B5E7-5E9E25A7D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248150"/>
            <a:ext cx="1270773" cy="526907"/>
          </a:xfrm>
          <a:prstGeom prst="rect">
            <a:avLst/>
          </a:prstGeom>
        </p:spPr>
      </p:pic>
      <p:sp>
        <p:nvSpPr>
          <p:cNvPr id="5" name="Caixa de texto 13">
            <a:extLst>
              <a:ext uri="{FF2B5EF4-FFF2-40B4-BE49-F238E27FC236}">
                <a16:creationId xmlns:a16="http://schemas.microsoft.com/office/drawing/2014/main" id="{FB862836-8CAD-22A7-7455-5F929B1801E4}"/>
              </a:ext>
              <a:ext uri="{84AE7AD4-5D98-4ACB-BECD-4952D9F4F49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16F2789-56E3-4B19-94B5-69C43660E769}"/>
              </a:ext>
            </a:extLst>
          </p:cNvPr>
          <p:cNvSpPr txBox="1"/>
          <p:nvPr/>
        </p:nvSpPr>
        <p:spPr>
          <a:xfrm>
            <a:off x="4808296" y="4511875"/>
            <a:ext cx="2375163" cy="13849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defRPr lang="en-US" sz="1400" dirty="0"/>
            </a:pPr>
            <a:r>
              <a:rPr lang="pt-BR" sz="900" b="0" dirty="0">
                <a:solidFill>
                  <a:schemeClr val="bg1"/>
                </a:solidFill>
                <a:latin typeface="Poppins"/>
              </a:rPr>
              <a:t>Proposta 26-1956 | V.01 | 08/</a:t>
            </a:r>
            <a:r>
              <a:rPr lang="pt-BR" sz="900" dirty="0">
                <a:solidFill>
                  <a:schemeClr val="bg1"/>
                </a:solidFill>
                <a:latin typeface="Poppins"/>
              </a:rPr>
              <a:t>06</a:t>
            </a:r>
            <a:r>
              <a:rPr lang="pt-BR" sz="900" b="0" dirty="0">
                <a:solidFill>
                  <a:schemeClr val="bg1"/>
                </a:solidFill>
                <a:latin typeface="Poppins"/>
              </a:rPr>
              <a:t>/2026</a:t>
            </a:r>
          </a:p>
        </p:txBody>
      </p:sp>
    </p:spTree>
    <p:extLst>
      <p:ext uri="{A1BB1E44-6A3F-4465-94C2-538F9C15D5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3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99ED9A39-2DD0-4B3F-B38D-B61CC9AE69A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3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D92875EB-61FF-42EE-AB52-9FC699C8B35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3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E1DA8425-2A9C-440A-9D7F-8AA716175F5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4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>
            <a:extLst>
              <a:ext uri="{FFF61C31-F479-46E9-9C8D-37BDFB37DB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44156D-8E01-402F-94B5-B5A8E3C0E448}"/>
              </a:ext>
            </a:extLst>
          </p:cNvPr>
          <p:cNvSpPr txBox="1">
            <a:spLocks noSelect="1"/>
          </p:cNvSpPr>
          <p:nvPr>
            <p:custDataLst>
              <p:tags r:id="rId1"/>
            </p:custDataLst>
          </p:nvPr>
        </p:nvSpPr>
        <p:spPr>
          <a:xfrm>
            <a:off x="2482910" y="290626"/>
            <a:ext cx="3189008" cy="455448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 err="1">
                <a:latin typeface="Poppins-light"/>
              </a:rPr>
              <a:t>CNPJs</a:t>
            </a:r>
            <a:r>
              <a:rPr lang="pt-BR" sz="700" dirty="0">
                <a:latin typeface="Poppins-light"/>
              </a:rPr>
              <a:t> ilimitados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Downloads ilimitados via Manifestação do Destinatário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Download de </a:t>
            </a:r>
            <a:r>
              <a:rPr lang="pt-BR" sz="700" dirty="0" err="1">
                <a:latin typeface="Poppins-light"/>
              </a:rPr>
              <a:t>XMLs</a:t>
            </a:r>
            <a:r>
              <a:rPr lang="pt-BR" sz="700" dirty="0">
                <a:latin typeface="Poppins-light"/>
              </a:rPr>
              <a:t> a partir de chave de acesso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Download de </a:t>
            </a:r>
            <a:r>
              <a:rPr lang="pt-BR" sz="700" dirty="0" err="1">
                <a:latin typeface="Poppins-light"/>
              </a:rPr>
              <a:t>XMLs</a:t>
            </a:r>
            <a:r>
              <a:rPr lang="pt-BR" sz="700" dirty="0">
                <a:latin typeface="Poppins-light"/>
              </a:rPr>
              <a:t> sem Ciência da Operação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Créditos mensais de downloads sem Ciência da Operação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Downloads de </a:t>
            </a:r>
            <a:r>
              <a:rPr lang="pt-BR" sz="700" dirty="0" err="1">
                <a:latin typeface="Poppins-light"/>
              </a:rPr>
              <a:t>NFe</a:t>
            </a:r>
            <a:r>
              <a:rPr lang="pt-BR" sz="700" dirty="0">
                <a:latin typeface="Poppins-light"/>
              </a:rPr>
              <a:t>, </a:t>
            </a:r>
            <a:r>
              <a:rPr lang="pt-BR" sz="700" dirty="0" err="1">
                <a:latin typeface="Poppins-light"/>
              </a:rPr>
              <a:t>CTe</a:t>
            </a:r>
            <a:r>
              <a:rPr lang="pt-BR" sz="700" dirty="0">
                <a:latin typeface="Poppins-light"/>
              </a:rPr>
              <a:t>, </a:t>
            </a:r>
            <a:r>
              <a:rPr lang="pt-BR" sz="700" dirty="0" err="1">
                <a:latin typeface="Poppins-light"/>
              </a:rPr>
              <a:t>MDFe</a:t>
            </a:r>
            <a:r>
              <a:rPr lang="pt-BR" sz="700" dirty="0">
                <a:latin typeface="Poppins-light"/>
              </a:rPr>
              <a:t> e eventos de entrada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Downloads de </a:t>
            </a:r>
            <a:r>
              <a:rPr lang="pt-BR" sz="700" dirty="0" err="1">
                <a:latin typeface="Poppins-light"/>
              </a:rPr>
              <a:t>CFe</a:t>
            </a:r>
            <a:r>
              <a:rPr lang="pt-BR" sz="700" dirty="0">
                <a:latin typeface="Poppins-light"/>
              </a:rPr>
              <a:t> (</a:t>
            </a:r>
            <a:r>
              <a:rPr lang="pt-BR" sz="700" dirty="0" err="1">
                <a:latin typeface="Poppins-light"/>
              </a:rPr>
              <a:t>SAT</a:t>
            </a:r>
            <a:r>
              <a:rPr lang="pt-BR" sz="700" dirty="0">
                <a:latin typeface="Poppins-light"/>
              </a:rPr>
              <a:t>) emitidos pela empresa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Manifestação do destinatário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Registro da Prestação de Serviço em Desacordo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Importação / Exportação automática de arquivos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Exportação de relatórios em Excel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Visualização do </a:t>
            </a:r>
            <a:r>
              <a:rPr lang="pt-BR" sz="700" dirty="0" err="1">
                <a:latin typeface="Poppins-light"/>
              </a:rPr>
              <a:t>XML</a:t>
            </a:r>
            <a:r>
              <a:rPr lang="pt-BR" sz="700" dirty="0">
                <a:latin typeface="Poppins-light"/>
              </a:rPr>
              <a:t>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Visualização do </a:t>
            </a:r>
            <a:r>
              <a:rPr lang="pt-BR" sz="700" dirty="0" err="1">
                <a:latin typeface="Poppins-light"/>
              </a:rPr>
              <a:t>XML</a:t>
            </a:r>
            <a:r>
              <a:rPr lang="pt-BR" sz="700" dirty="0">
                <a:latin typeface="Poppins-light"/>
              </a:rPr>
              <a:t> em PDF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Envio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en-US" sz="700" dirty="0">
                <a:latin typeface="Poppins-light"/>
              </a:rPr>
              <a:t> por e-mail a partir do painel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Gerenciamento de tarefas do sistema</a:t>
            </a:r>
            <a:br>
              <a:rPr lang="en-US" sz="700" dirty="0">
                <a:latin typeface="Poppins-light"/>
              </a:rPr>
            </a:b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Contingência para não entregas do Ambiente Nacional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Atribuição de etiquetas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Atribuição de comentários nos documentos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Filtro por data</a:t>
            </a:r>
          </a:p>
        </p:txBody>
      </p:sp>
      <p:sp>
        <p:nvSpPr>
          <p:cNvPr id="3" name="Caixa de texto 2">
            <a:extLst>
              <a:ext uri="{AC1B74D1-64F2-4F76-B9D8-821E8936FD1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8D016D-BFED-446E-8409-53F75082AC8C}"/>
              </a:ext>
            </a:extLst>
          </p:cNvPr>
          <p:cNvSpPr txBox="1">
            <a:spLocks noSelect="1"/>
          </p:cNvSpPr>
          <p:nvPr>
            <p:custDataLst>
              <p:tags r:id="rId2"/>
            </p:custDataLst>
          </p:nvPr>
        </p:nvSpPr>
        <p:spPr>
          <a:xfrm>
            <a:off x="5773369" y="281139"/>
            <a:ext cx="2788358" cy="455448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Filtro por ano-mês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Filtro por Estado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Filtro por parceiro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Filtro por eventos de manifestação dodestinatário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Filtro por operações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Pesquisa inteligente de documentos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Suporte técnico prioritário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Adequações às mudanças de legislação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Backup automático local ou na nuvem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Busca seletiva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na SEFAZ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Campo inteligente de pesquisa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Registro de manifestações em massa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Busca de chaves de acesso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emitidos pelo CNPJ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Filtro status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cancelados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 </a:t>
            </a: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Agrupamento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por empresa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Visualização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de todas as empresas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Visualização por modelo de documento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Visualização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por </a:t>
            </a:r>
            <a:r>
              <a:rPr lang="pt-BR" sz="700" dirty="0" err="1">
                <a:latin typeface="Poppins-light"/>
              </a:rPr>
              <a:t>CFOP</a:t>
            </a:r>
            <a:r>
              <a:rPr lang="en-US" sz="700" dirty="0">
                <a:latin typeface="Poppins-light"/>
              </a:rPr>
              <a:t>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Visualização por Natureza da Operação </a:t>
            </a:r>
          </a:p>
        </p:txBody>
      </p:sp>
      <p:pic>
        <p:nvPicPr>
          <p:cNvPr id="4" name="Imagem 3">
            <a:extLst>
              <a:ext uri="{7C77D961-7402-43D3-AB74-7AF7AFFFFA6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938D1B-0C5A-4B3A-9083-3FB685A14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33308"/>
            <a:ext cx="153095" cy="116357"/>
          </a:xfrm>
          <a:prstGeom prst="rect">
            <a:avLst/>
          </a:prstGeom>
          <a:noFill/>
        </p:spPr>
      </p:pic>
      <p:pic>
        <p:nvPicPr>
          <p:cNvPr id="5" name="Imagem 4">
            <a:extLst>
              <a:ext uri="{ACE597D0-F729-4340-8D07-1C7C397CC6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E086C2-8E79-43A1-854C-2A0A103B4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576012"/>
            <a:ext cx="153095" cy="116357"/>
          </a:xfrm>
          <a:prstGeom prst="rect">
            <a:avLst/>
          </a:prstGeom>
          <a:noFill/>
        </p:spPr>
      </p:pic>
      <p:pic>
        <p:nvPicPr>
          <p:cNvPr id="6" name="Imagem 5">
            <a:extLst>
              <a:ext uri="{1D8FCFDD-A3DF-484B-8B56-99A80933FD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2FA7A7-FBD4-452E-A00C-E50D13FD3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814137"/>
            <a:ext cx="153095" cy="116357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00B05599-67BE-4AE5-8F86-D51638F1B6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690B46-E0FC-484F-A93D-60EDB892D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1294967"/>
            <a:ext cx="153095" cy="116357"/>
          </a:xfrm>
          <a:prstGeom prst="rect">
            <a:avLst/>
          </a:prstGeom>
          <a:noFill/>
        </p:spPr>
      </p:pic>
      <p:pic>
        <p:nvPicPr>
          <p:cNvPr id="8" name="Imagem 7">
            <a:extLst>
              <a:ext uri="{1CE59525-E499-47BB-8BA8-57446A2F370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569ECA-ECFC-43F3-9F40-50A5B0F4B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1537671"/>
            <a:ext cx="153095" cy="116357"/>
          </a:xfrm>
          <a:prstGeom prst="rect">
            <a:avLst/>
          </a:prstGeom>
          <a:noFill/>
        </p:spPr>
      </p:pic>
      <p:pic>
        <p:nvPicPr>
          <p:cNvPr id="9" name="Imagem 8">
            <a:extLst>
              <a:ext uri="{26910B94-A88C-474C-BD3E-D7CF379873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D4E462-5FA9-4B08-9921-0E7ADC27A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1775796"/>
            <a:ext cx="153095" cy="116357"/>
          </a:xfrm>
          <a:prstGeom prst="rect">
            <a:avLst/>
          </a:prstGeom>
          <a:noFill/>
        </p:spPr>
      </p:pic>
      <p:pic>
        <p:nvPicPr>
          <p:cNvPr id="10" name="Imagem 10">
            <a:extLst>
              <a:ext uri="{EB54FA87-F3DC-44EF-AFD1-531DA67F912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36C6D62-8928-4862-86E4-AEB0A1F42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009342"/>
            <a:ext cx="153095" cy="116357"/>
          </a:xfrm>
          <a:prstGeom prst="rect">
            <a:avLst/>
          </a:prstGeom>
          <a:noFill/>
        </p:spPr>
      </p:pic>
      <p:pic>
        <p:nvPicPr>
          <p:cNvPr id="11" name="Imagem 10">
            <a:extLst>
              <a:ext uri="{8D8E6906-C7BC-44C1-84F8-28B53AFA491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15DB5E-C228-4AD0-B868-1945BB44D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267832"/>
            <a:ext cx="153095" cy="116357"/>
          </a:xfrm>
          <a:prstGeom prst="rect">
            <a:avLst/>
          </a:prstGeom>
          <a:noFill/>
        </p:spPr>
      </p:pic>
      <p:pic>
        <p:nvPicPr>
          <p:cNvPr id="12" name="Imagem 11">
            <a:extLst>
              <a:ext uri="{C2F6363C-26D8-4D69-8E95-9D8BC4C8BFA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578D0D4-FF38-44C9-A22E-A0F5038A9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510536"/>
            <a:ext cx="153095" cy="116357"/>
          </a:xfrm>
          <a:prstGeom prst="rect">
            <a:avLst/>
          </a:prstGeom>
          <a:noFill/>
        </p:spPr>
      </p:pic>
      <p:pic>
        <p:nvPicPr>
          <p:cNvPr id="13" name="Imagem 12">
            <a:extLst>
              <a:ext uri="{9D620E77-E570-4FAB-92E5-BBFCD15687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FAC635-302C-412D-951D-7A5FCDEDF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748661"/>
            <a:ext cx="153095" cy="116357"/>
          </a:xfrm>
          <a:prstGeom prst="rect">
            <a:avLst/>
          </a:prstGeom>
          <a:noFill/>
        </p:spPr>
      </p:pic>
      <p:pic>
        <p:nvPicPr>
          <p:cNvPr id="14" name="Imagem 13">
            <a:extLst>
              <a:ext uri="{799EF56A-9D35-4324-8BE6-10345934F9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1AA930F-02F4-41EA-AF1F-AA3CD7478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982207"/>
            <a:ext cx="153095" cy="116357"/>
          </a:xfrm>
          <a:prstGeom prst="rect">
            <a:avLst/>
          </a:prstGeom>
          <a:noFill/>
        </p:spPr>
      </p:pic>
      <p:pic>
        <p:nvPicPr>
          <p:cNvPr id="15" name="Imagem 14">
            <a:extLst>
              <a:ext uri="{31DACBB8-3761-47A3-8CD6-B58035732C9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D13D10-AADE-421A-8DB5-57E9ADB41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229491"/>
            <a:ext cx="153095" cy="116357"/>
          </a:xfrm>
          <a:prstGeom prst="rect">
            <a:avLst/>
          </a:prstGeom>
          <a:noFill/>
        </p:spPr>
      </p:pic>
      <p:pic>
        <p:nvPicPr>
          <p:cNvPr id="16" name="Imagem 15">
            <a:extLst>
              <a:ext uri="{8E5C1FA7-2F3B-44F8-9D77-A61B0194B8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A6B8F86-C3B9-496A-AE6C-2971D02F3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472195"/>
            <a:ext cx="153095" cy="116357"/>
          </a:xfrm>
          <a:prstGeom prst="rect">
            <a:avLst/>
          </a:prstGeom>
          <a:noFill/>
        </p:spPr>
      </p:pic>
      <p:pic>
        <p:nvPicPr>
          <p:cNvPr id="17" name="Imagem 17">
            <a:extLst>
              <a:ext uri="{314BFAB0-FBEA-4166-A696-3217AC97258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B989F9-E127-477A-8E80-0762E183A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710320"/>
            <a:ext cx="153095" cy="116357"/>
          </a:xfrm>
          <a:prstGeom prst="rect">
            <a:avLst/>
          </a:prstGeom>
          <a:noFill/>
        </p:spPr>
      </p:pic>
      <p:pic>
        <p:nvPicPr>
          <p:cNvPr id="18" name="Imagem 18">
            <a:extLst>
              <a:ext uri="{4D987721-1254-4F17-8A5D-66BB3814BC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EC2FD48-B906-49B7-8ACC-94F289485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943866"/>
            <a:ext cx="153095" cy="116357"/>
          </a:xfrm>
          <a:prstGeom prst="rect">
            <a:avLst/>
          </a:prstGeom>
          <a:noFill/>
        </p:spPr>
      </p:pic>
      <p:pic>
        <p:nvPicPr>
          <p:cNvPr id="19" name="Imagem 18">
            <a:extLst>
              <a:ext uri="{4ECB5C16-B0E0-4EB0-8814-41023F2FBF3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727EB1-E811-41DB-8F41-92DEC8E71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4191000"/>
            <a:ext cx="153095" cy="116357"/>
          </a:xfrm>
          <a:prstGeom prst="rect">
            <a:avLst/>
          </a:prstGeom>
          <a:noFill/>
        </p:spPr>
      </p:pic>
      <p:pic>
        <p:nvPicPr>
          <p:cNvPr id="20" name="Imagem 19">
            <a:extLst>
              <a:ext uri="{C4FC7A0F-A63D-4396-9889-D3D73A2AF3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90C3856-5D74-458F-A0CD-82669C200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4429125"/>
            <a:ext cx="153095" cy="116357"/>
          </a:xfrm>
          <a:prstGeom prst="rect">
            <a:avLst/>
          </a:prstGeom>
          <a:noFill/>
        </p:spPr>
      </p:pic>
      <p:pic>
        <p:nvPicPr>
          <p:cNvPr id="21" name="Imagem 21">
            <a:extLst>
              <a:ext uri="{DBBDC5D7-9EF2-4F02-83CD-05D4CE9180B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A57484A-28A2-4287-8397-95CF9C383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4662670"/>
            <a:ext cx="153095" cy="116357"/>
          </a:xfrm>
          <a:prstGeom prst="rect">
            <a:avLst/>
          </a:prstGeom>
          <a:noFill/>
        </p:spPr>
      </p:pic>
      <p:pic>
        <p:nvPicPr>
          <p:cNvPr id="22" name="Imagem 21">
            <a:extLst>
              <a:ext uri="{492375EA-C422-400B-9BBD-444CF4B1CD1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1792F2D-4229-4071-BA76-8BC1F7C33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328726"/>
            <a:ext cx="153095" cy="116357"/>
          </a:xfrm>
          <a:prstGeom prst="rect">
            <a:avLst/>
          </a:prstGeom>
          <a:noFill/>
        </p:spPr>
      </p:pic>
      <p:pic>
        <p:nvPicPr>
          <p:cNvPr id="23" name="Imagem 22">
            <a:extLst>
              <a:ext uri="{3CC05C23-29E7-4B33-89AC-FBFCFD3BEF9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23413A-466E-4C19-8BC8-E9D12CAAE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571431"/>
            <a:ext cx="153095" cy="116357"/>
          </a:xfrm>
          <a:prstGeom prst="rect">
            <a:avLst/>
          </a:prstGeom>
          <a:noFill/>
        </p:spPr>
      </p:pic>
      <p:pic>
        <p:nvPicPr>
          <p:cNvPr id="24" name="Imagem 23">
            <a:extLst>
              <a:ext uri="{82414682-C55F-4754-A3D3-8B7E971C7A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7249F99-FF8C-4E24-BEC3-79E469A90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809556"/>
            <a:ext cx="153095" cy="116357"/>
          </a:xfrm>
          <a:prstGeom prst="rect">
            <a:avLst/>
          </a:prstGeom>
          <a:noFill/>
        </p:spPr>
      </p:pic>
      <p:pic>
        <p:nvPicPr>
          <p:cNvPr id="25" name="Imagem 24">
            <a:extLst>
              <a:ext uri="{21740783-88BD-4A45-9B2D-07F600B5E32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D829C9-5636-44D6-8C00-ECF4AFDCA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1043101"/>
            <a:ext cx="153095" cy="116357"/>
          </a:xfrm>
          <a:prstGeom prst="rect">
            <a:avLst/>
          </a:prstGeom>
          <a:noFill/>
        </p:spPr>
      </p:pic>
      <p:pic>
        <p:nvPicPr>
          <p:cNvPr id="26" name="Imagem 25">
            <a:extLst>
              <a:ext uri="{B8097BFB-2759-4E40-BF02-927A1B8B96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BD9CEE-194F-4445-A54D-7A1AE0F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1290385"/>
            <a:ext cx="153095" cy="116357"/>
          </a:xfrm>
          <a:prstGeom prst="rect">
            <a:avLst/>
          </a:prstGeom>
          <a:noFill/>
        </p:spPr>
      </p:pic>
      <p:pic>
        <p:nvPicPr>
          <p:cNvPr id="27" name="Imagem 26">
            <a:extLst>
              <a:ext uri="{9272A374-3AE9-45E9-A372-569F0A823A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D14EF9F-2364-4422-A238-B62807C3C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1533089"/>
            <a:ext cx="153095" cy="116357"/>
          </a:xfrm>
          <a:prstGeom prst="rect">
            <a:avLst/>
          </a:prstGeom>
          <a:noFill/>
        </p:spPr>
      </p:pic>
      <p:pic>
        <p:nvPicPr>
          <p:cNvPr id="28" name="Imagem 27">
            <a:extLst>
              <a:ext uri="{2AF7EE97-38BB-42EE-A966-4F7C92F9222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B1820B7-6028-4661-B380-5B58EA02C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1771214"/>
            <a:ext cx="153095" cy="116357"/>
          </a:xfrm>
          <a:prstGeom prst="rect">
            <a:avLst/>
          </a:prstGeom>
          <a:noFill/>
        </p:spPr>
      </p:pic>
      <p:pic>
        <p:nvPicPr>
          <p:cNvPr id="29" name="Imagem 28">
            <a:extLst>
              <a:ext uri="{7866533A-B1A3-495A-9F66-9875113DC9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30FEEFC-9920-4CDF-9FF7-F0CD4D652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2004760"/>
            <a:ext cx="153095" cy="116357"/>
          </a:xfrm>
          <a:prstGeom prst="rect">
            <a:avLst/>
          </a:prstGeom>
          <a:noFill/>
        </p:spPr>
      </p:pic>
      <p:pic>
        <p:nvPicPr>
          <p:cNvPr id="30" name="Imagem 29">
            <a:extLst>
              <a:ext uri="{49633AEA-DFC6-4CFF-A0AA-635F9876D55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0C150D-6891-42FB-8BC6-EA67DBB74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2263250"/>
            <a:ext cx="153095" cy="116357"/>
          </a:xfrm>
          <a:prstGeom prst="rect">
            <a:avLst/>
          </a:prstGeom>
          <a:noFill/>
        </p:spPr>
      </p:pic>
      <p:pic>
        <p:nvPicPr>
          <p:cNvPr id="31" name="Imagem 30">
            <a:extLst>
              <a:ext uri="{D9DE209C-E350-43FB-ABCD-DF73DA64F0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C2B7C5-5B57-4FAF-9387-C16674202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2505954"/>
            <a:ext cx="153095" cy="116357"/>
          </a:xfrm>
          <a:prstGeom prst="rect">
            <a:avLst/>
          </a:prstGeom>
          <a:noFill/>
        </p:spPr>
      </p:pic>
      <p:pic>
        <p:nvPicPr>
          <p:cNvPr id="32" name="Imagem 31">
            <a:extLst>
              <a:ext uri="{619458BD-5D34-4DC0-9F94-721688FBD74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B53C275-1EEA-4112-B940-3EF0B6365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2744079"/>
            <a:ext cx="153095" cy="116357"/>
          </a:xfrm>
          <a:prstGeom prst="rect">
            <a:avLst/>
          </a:prstGeom>
          <a:noFill/>
        </p:spPr>
      </p:pic>
      <p:pic>
        <p:nvPicPr>
          <p:cNvPr id="33" name="Imagem 32">
            <a:extLst>
              <a:ext uri="{F8996673-2B76-4E52-ADE9-76D5E69C2E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269141-26E9-4600-8667-DD5D565B9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2977625"/>
            <a:ext cx="153095" cy="116357"/>
          </a:xfrm>
          <a:prstGeom prst="rect">
            <a:avLst/>
          </a:prstGeom>
          <a:noFill/>
        </p:spPr>
      </p:pic>
      <p:pic>
        <p:nvPicPr>
          <p:cNvPr id="34" name="Imagem 33">
            <a:extLst>
              <a:ext uri="{EE1D1E0C-A9C1-4EDF-86BC-E132A9290A5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27AE3B-10C2-475E-8C05-DD6F51EC7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3224909"/>
            <a:ext cx="153095" cy="116357"/>
          </a:xfrm>
          <a:prstGeom prst="rect">
            <a:avLst/>
          </a:prstGeom>
          <a:noFill/>
        </p:spPr>
      </p:pic>
      <p:pic>
        <p:nvPicPr>
          <p:cNvPr id="35" name="Imagem 34">
            <a:extLst>
              <a:ext uri="{EE9BB2AB-C670-4682-B77C-D085EBD758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824478-752A-4156-A404-1D3C679EA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3467613"/>
            <a:ext cx="153095" cy="116357"/>
          </a:xfrm>
          <a:prstGeom prst="rect">
            <a:avLst/>
          </a:prstGeom>
          <a:noFill/>
        </p:spPr>
      </p:pic>
      <p:pic>
        <p:nvPicPr>
          <p:cNvPr id="36" name="Imagem 35">
            <a:extLst>
              <a:ext uri="{342C0F8D-8976-40F1-BCE8-758FE48E4CA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65AE56-125F-4B4D-B1FC-5B415F10C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3705738"/>
            <a:ext cx="153095" cy="116357"/>
          </a:xfrm>
          <a:prstGeom prst="rect">
            <a:avLst/>
          </a:prstGeom>
          <a:noFill/>
        </p:spPr>
      </p:pic>
      <p:pic>
        <p:nvPicPr>
          <p:cNvPr id="37" name="Imagem 36">
            <a:extLst>
              <a:ext uri="{B1B0BF22-5FF1-4879-BC5F-A8A879B53F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B4BEDB-3057-4B8A-9F9C-62CEE38E1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3939284"/>
            <a:ext cx="153095" cy="116357"/>
          </a:xfrm>
          <a:prstGeom prst="rect">
            <a:avLst/>
          </a:prstGeom>
          <a:noFill/>
        </p:spPr>
      </p:pic>
      <p:pic>
        <p:nvPicPr>
          <p:cNvPr id="38" name="Imagem 39">
            <a:extLst>
              <a:ext uri="{F9A1A97E-74A3-43C4-9D1A-1D5E940F6E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272684E-7B9F-4382-A9EC-BC3F21337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8" y="4181475"/>
            <a:ext cx="153095" cy="116357"/>
          </a:xfrm>
          <a:prstGeom prst="rect">
            <a:avLst/>
          </a:prstGeom>
          <a:noFill/>
        </p:spPr>
      </p:pic>
      <p:pic>
        <p:nvPicPr>
          <p:cNvPr id="39" name="Imagem 40">
            <a:extLst>
              <a:ext uri="{736F9AE8-CFC0-4172-BC9A-1D42814A48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7B5DA29-803C-4BF1-B301-5FB8C0561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8" y="4429125"/>
            <a:ext cx="153095" cy="116357"/>
          </a:xfrm>
          <a:prstGeom prst="rect">
            <a:avLst/>
          </a:prstGeom>
          <a:noFill/>
        </p:spPr>
      </p:pic>
      <p:pic>
        <p:nvPicPr>
          <p:cNvPr id="40" name="Imagem 41">
            <a:extLst>
              <a:ext uri="{F5B230D4-701C-4CD3-80C1-F8A1F6C6EA1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F6AD50-C6BB-402E-9675-872CDF681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8" y="4676775"/>
            <a:ext cx="153095" cy="116357"/>
          </a:xfrm>
          <a:prstGeom prst="rect">
            <a:avLst/>
          </a:prstGeom>
          <a:noFill/>
        </p:spPr>
      </p:pic>
      <p:pic>
        <p:nvPicPr>
          <p:cNvPr id="41" name="Imagem 42">
            <a:extLst>
              <a:ext uri="{13236CF8-1D38-4A1B-8399-A6001A584A4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A71241-3197-4D3B-B27F-B35CA7DC5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016" y="1037792"/>
            <a:ext cx="153095" cy="116357"/>
          </a:xfrm>
          <a:prstGeom prst="rect">
            <a:avLst/>
          </a:prstGeom>
          <a:noFill/>
        </p:spPr>
      </p:pic>
    </p:spTree>
    <p:extLst>
      <p:ext uri="{84C0A9A4-247E-458D-8464-B5D4D453125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>
            <a:extLst>
              <a:ext uri="{CA625DA5-65F5-41BE-A2BC-17C87EDD96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77C8FCB-40C3-4CAE-B5B0-627FC40BA1A4}"/>
              </a:ext>
            </a:extLst>
          </p:cNvPr>
          <p:cNvSpPr txBox="1">
            <a:spLocks noSelect="1"/>
          </p:cNvSpPr>
          <p:nvPr>
            <p:custDataLst>
              <p:tags r:id="rId1"/>
            </p:custDataLst>
          </p:nvPr>
        </p:nvSpPr>
        <p:spPr>
          <a:xfrm>
            <a:off x="2482910" y="290626"/>
            <a:ext cx="3189008" cy="455448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Visualização por tipo de documento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Relatório de documentos cancelados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Relatório de cartas de correção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Notas de devolução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Notas de devolução com CNPJ próprio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Notas recusadas por clientes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Mercadorias entregues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 err="1">
                <a:latin typeface="Poppins-light"/>
              </a:rPr>
              <a:t>NFe</a:t>
            </a:r>
            <a:r>
              <a:rPr lang="pt-BR" sz="700" dirty="0">
                <a:latin typeface="Poppins-light"/>
              </a:rPr>
              <a:t> pendentes de transporte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 err="1">
                <a:latin typeface="Poppins-light"/>
              </a:rPr>
              <a:t>NFe</a:t>
            </a:r>
            <a:r>
              <a:rPr lang="pt-BR" sz="700" dirty="0">
                <a:latin typeface="Poppins-light"/>
              </a:rPr>
              <a:t> pendentes de coleta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 err="1">
                <a:latin typeface="Poppins-light"/>
              </a:rPr>
              <a:t>NFe</a:t>
            </a:r>
            <a:r>
              <a:rPr lang="pt-BR" sz="700" dirty="0">
                <a:latin typeface="Poppins-light"/>
              </a:rPr>
              <a:t> pendentes de entrega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 err="1">
                <a:latin typeface="Poppins-light"/>
              </a:rPr>
              <a:t>CTe</a:t>
            </a:r>
            <a:r>
              <a:rPr lang="pt-BR" sz="700" dirty="0">
                <a:latin typeface="Poppins-light"/>
              </a:rPr>
              <a:t> incorretos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Cobranças duplicadas de </a:t>
            </a:r>
            <a:r>
              <a:rPr lang="pt-BR" sz="700" dirty="0" err="1">
                <a:latin typeface="Poppins-light"/>
              </a:rPr>
              <a:t>CTe</a:t>
            </a:r>
            <a:r>
              <a:rPr lang="pt-BR" sz="700" dirty="0">
                <a:latin typeface="Poppins-light"/>
              </a:rPr>
              <a:t>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Prestação de Serviço em Desacordo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 err="1">
                <a:latin typeface="Poppins-light"/>
              </a:rPr>
              <a:t>NFe</a:t>
            </a:r>
            <a:r>
              <a:rPr lang="pt-BR" sz="700" dirty="0">
                <a:latin typeface="Poppins-light"/>
              </a:rPr>
              <a:t> com Averbação de Embarque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Exportação de arquivos por tipo de documentos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Renomeação de arquivos em exportação automática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Auditoria de arquivos </a:t>
            </a:r>
            <a:r>
              <a:rPr lang="pt-BR" sz="700" dirty="0" err="1">
                <a:latin typeface="Poppins-light"/>
              </a:rPr>
              <a:t>EFD</a:t>
            </a:r>
            <a:r>
              <a:rPr lang="pt-BR" sz="700" dirty="0">
                <a:latin typeface="Poppins-light"/>
              </a:rPr>
              <a:t> (</a:t>
            </a:r>
            <a:r>
              <a:rPr lang="pt-BR" sz="700" dirty="0" err="1">
                <a:latin typeface="Poppins-light"/>
              </a:rPr>
              <a:t>SPED</a:t>
            </a:r>
            <a:r>
              <a:rPr lang="pt-BR" sz="700" dirty="0">
                <a:latin typeface="Poppins-light"/>
              </a:rPr>
              <a:t> Fiscal)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Conectividade com </a:t>
            </a:r>
            <a:r>
              <a:rPr lang="pt-BR" sz="700" dirty="0" err="1">
                <a:latin typeface="Poppins-light"/>
              </a:rPr>
              <a:t>ERPs</a:t>
            </a:r>
            <a:r>
              <a:rPr lang="en-US" sz="700" dirty="0">
                <a:latin typeface="Poppins-light"/>
              </a:rPr>
              <a:t>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Busca seletiva de documentos</a:t>
            </a:r>
          </a:p>
        </p:txBody>
      </p:sp>
      <p:sp>
        <p:nvSpPr>
          <p:cNvPr id="3" name="Caixa de texto 2">
            <a:extLst>
              <a:ext uri="{6B34E6D5-2D79-4E73-8735-A462F3F98E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CCE857-493F-4684-BC50-36FDE9FC376F}"/>
              </a:ext>
            </a:extLst>
          </p:cNvPr>
          <p:cNvSpPr txBox="1">
            <a:spLocks noSelect="1"/>
          </p:cNvSpPr>
          <p:nvPr>
            <p:custDataLst>
              <p:tags r:id="rId2"/>
            </p:custDataLst>
          </p:nvPr>
        </p:nvSpPr>
        <p:spPr>
          <a:xfrm>
            <a:off x="5773369" y="281139"/>
            <a:ext cx="2788358" cy="938888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Detecção de </a:t>
            </a:r>
            <a:r>
              <a:rPr lang="pt-BR" sz="700" dirty="0" err="1">
                <a:latin typeface="Poppins-light"/>
              </a:rPr>
              <a:t>XMLs</a:t>
            </a:r>
            <a:r>
              <a:rPr lang="pt-BR" sz="700" dirty="0">
                <a:latin typeface="Poppins-light"/>
              </a:rPr>
              <a:t> sem validade jurídica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Conversão </a:t>
            </a:r>
            <a:r>
              <a:rPr lang="pt-BR" sz="700" dirty="0" err="1">
                <a:latin typeface="Poppins-light"/>
              </a:rPr>
              <a:t>XMLs</a:t>
            </a:r>
            <a:r>
              <a:rPr lang="pt-BR" sz="700" dirty="0">
                <a:latin typeface="Poppins-light"/>
              </a:rPr>
              <a:t> de </a:t>
            </a:r>
            <a:r>
              <a:rPr lang="pt-BR" sz="700" dirty="0" err="1">
                <a:latin typeface="Poppins-light"/>
              </a:rPr>
              <a:t>NFe</a:t>
            </a:r>
            <a:r>
              <a:rPr lang="pt-BR" sz="700" dirty="0">
                <a:latin typeface="Poppins-light"/>
              </a:rPr>
              <a:t> e </a:t>
            </a:r>
            <a:r>
              <a:rPr lang="pt-BR" sz="700" dirty="0" err="1">
                <a:latin typeface="Poppins-light"/>
              </a:rPr>
              <a:t>CTe</a:t>
            </a:r>
            <a:r>
              <a:rPr lang="en-US" sz="700" dirty="0">
                <a:latin typeface="Poppins-light"/>
              </a:rPr>
              <a:t> em padrão PROCEDA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Banco de dados PostgreSQL 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Limite de armazenagem de dados</a:t>
            </a:r>
          </a:p>
        </p:txBody>
      </p:sp>
      <p:pic>
        <p:nvPicPr>
          <p:cNvPr id="4" name="Imagem 3">
            <a:extLst>
              <a:ext uri="{90184B8D-7D4C-4513-BDD7-8262A050D3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53E1C7-D528-4499-B53C-6C0B72302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33308"/>
            <a:ext cx="153095" cy="116357"/>
          </a:xfrm>
          <a:prstGeom prst="rect">
            <a:avLst/>
          </a:prstGeom>
          <a:noFill/>
        </p:spPr>
      </p:pic>
      <p:pic>
        <p:nvPicPr>
          <p:cNvPr id="5" name="Imagem 4">
            <a:extLst>
              <a:ext uri="{459AEF0E-A8C9-4C2A-842F-55F2646E3C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603B80-6E16-4B41-9C07-B6731234B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576012"/>
            <a:ext cx="153095" cy="116357"/>
          </a:xfrm>
          <a:prstGeom prst="rect">
            <a:avLst/>
          </a:prstGeom>
          <a:noFill/>
        </p:spPr>
      </p:pic>
      <p:pic>
        <p:nvPicPr>
          <p:cNvPr id="6" name="Imagem 5">
            <a:extLst>
              <a:ext uri="{E336D831-8BF4-4BE6-AFF9-8F39C21CAD8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1B66EFC-8796-4921-9B71-F1A9B72E4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814137"/>
            <a:ext cx="153095" cy="116357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8DEE7A2-4467-42A5-8B06-DA0C794B21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879573C-1B31-49B0-B063-A0C9E34A0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1294967"/>
            <a:ext cx="153095" cy="116357"/>
          </a:xfrm>
          <a:prstGeom prst="rect">
            <a:avLst/>
          </a:prstGeom>
          <a:noFill/>
        </p:spPr>
      </p:pic>
      <p:pic>
        <p:nvPicPr>
          <p:cNvPr id="8" name="Imagem 7">
            <a:extLst>
              <a:ext uri="{9EA85426-BF0D-40B5-85EA-017872485E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426E98-F12B-4D72-AD7C-F1841D7A2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1537671"/>
            <a:ext cx="153095" cy="116357"/>
          </a:xfrm>
          <a:prstGeom prst="rect">
            <a:avLst/>
          </a:prstGeom>
          <a:noFill/>
        </p:spPr>
      </p:pic>
      <p:pic>
        <p:nvPicPr>
          <p:cNvPr id="9" name="Imagem 8">
            <a:extLst>
              <a:ext uri="{2CE70D99-757F-4F31-A522-49122647C64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50F1B5-0FD7-4AB3-BB03-BA2872243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1775796"/>
            <a:ext cx="153095" cy="116357"/>
          </a:xfrm>
          <a:prstGeom prst="rect">
            <a:avLst/>
          </a:prstGeom>
          <a:noFill/>
        </p:spPr>
      </p:pic>
      <p:pic>
        <p:nvPicPr>
          <p:cNvPr id="10" name="Imagem 10">
            <a:extLst>
              <a:ext uri="{346A7FDC-62DF-4199-B646-B38F1D2853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6709B9-0243-43BA-8812-A4EE603D4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009342"/>
            <a:ext cx="153095" cy="116357"/>
          </a:xfrm>
          <a:prstGeom prst="rect">
            <a:avLst/>
          </a:prstGeom>
          <a:noFill/>
        </p:spPr>
      </p:pic>
      <p:pic>
        <p:nvPicPr>
          <p:cNvPr id="11" name="Imagem 10">
            <a:extLst>
              <a:ext uri="{35E306FF-0F9F-4365-BA21-6A4CDC620E1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280E4C-6764-440A-884B-7055A45A1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267832"/>
            <a:ext cx="153095" cy="116357"/>
          </a:xfrm>
          <a:prstGeom prst="rect">
            <a:avLst/>
          </a:prstGeom>
          <a:noFill/>
        </p:spPr>
      </p:pic>
      <p:pic>
        <p:nvPicPr>
          <p:cNvPr id="12" name="Imagem 11">
            <a:extLst>
              <a:ext uri="{7CEBC3E3-E26B-4CA6-9BDD-09041ED578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9968D2-640E-408C-9FD7-8D60EC522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510536"/>
            <a:ext cx="153095" cy="116357"/>
          </a:xfrm>
          <a:prstGeom prst="rect">
            <a:avLst/>
          </a:prstGeom>
          <a:noFill/>
        </p:spPr>
      </p:pic>
      <p:pic>
        <p:nvPicPr>
          <p:cNvPr id="13" name="Imagem 12">
            <a:extLst>
              <a:ext uri="{B57C1F67-9806-4485-AFCB-95EE6013F19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ECCA3D9-32C1-4AE1-A76E-0D3F171DE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748661"/>
            <a:ext cx="153095" cy="116357"/>
          </a:xfrm>
          <a:prstGeom prst="rect">
            <a:avLst/>
          </a:prstGeom>
          <a:noFill/>
        </p:spPr>
      </p:pic>
      <p:pic>
        <p:nvPicPr>
          <p:cNvPr id="14" name="Imagem 13">
            <a:extLst>
              <a:ext uri="{09B8EFB0-440D-4979-961F-4940E3D713F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A7662A-77EB-4490-985C-CA0FF1CFC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2982207"/>
            <a:ext cx="153095" cy="116357"/>
          </a:xfrm>
          <a:prstGeom prst="rect">
            <a:avLst/>
          </a:prstGeom>
          <a:noFill/>
        </p:spPr>
      </p:pic>
      <p:pic>
        <p:nvPicPr>
          <p:cNvPr id="15" name="Imagem 14">
            <a:extLst>
              <a:ext uri="{E9529AE5-163B-4BBA-8ECF-06E27E4B8C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8468DD7-B412-4493-886C-07CA3621C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229491"/>
            <a:ext cx="153095" cy="116357"/>
          </a:xfrm>
          <a:prstGeom prst="rect">
            <a:avLst/>
          </a:prstGeom>
          <a:noFill/>
        </p:spPr>
      </p:pic>
      <p:pic>
        <p:nvPicPr>
          <p:cNvPr id="16" name="Imagem 15">
            <a:extLst>
              <a:ext uri="{BDA877D6-04FD-43B2-BF1F-23E40F8AE34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E87889-C038-4D38-87CA-8CBE7BF27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472195"/>
            <a:ext cx="153095" cy="116357"/>
          </a:xfrm>
          <a:prstGeom prst="rect">
            <a:avLst/>
          </a:prstGeom>
          <a:noFill/>
        </p:spPr>
      </p:pic>
      <p:pic>
        <p:nvPicPr>
          <p:cNvPr id="17" name="Imagem 17">
            <a:extLst>
              <a:ext uri="{2197CD71-1F59-400A-B3C8-4CB8EE67C00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3A24592-E9AD-4D9A-ABA3-566BD47E2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710320"/>
            <a:ext cx="153095" cy="116357"/>
          </a:xfrm>
          <a:prstGeom prst="rect">
            <a:avLst/>
          </a:prstGeom>
          <a:noFill/>
        </p:spPr>
      </p:pic>
      <p:pic>
        <p:nvPicPr>
          <p:cNvPr id="18" name="Imagem 18">
            <a:extLst>
              <a:ext uri="{89BCC3D4-0D8C-4335-83C4-B60683E351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3FBE36-6290-490E-BB32-0B19A473F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3943866"/>
            <a:ext cx="153095" cy="116357"/>
          </a:xfrm>
          <a:prstGeom prst="rect">
            <a:avLst/>
          </a:prstGeom>
          <a:noFill/>
        </p:spPr>
      </p:pic>
      <p:pic>
        <p:nvPicPr>
          <p:cNvPr id="19" name="Imagem 18">
            <a:extLst>
              <a:ext uri="{3088F842-E816-49B9-98FE-0CBD6335E9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97C8C19-C3F9-469D-85C3-D610FF965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4429125"/>
            <a:ext cx="153095" cy="116357"/>
          </a:xfrm>
          <a:prstGeom prst="rect">
            <a:avLst/>
          </a:prstGeom>
          <a:noFill/>
        </p:spPr>
      </p:pic>
      <p:pic>
        <p:nvPicPr>
          <p:cNvPr id="20" name="Imagem 21">
            <a:extLst>
              <a:ext uri="{A4FA861D-A4DA-48B0-92E8-3E03751EBE3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8B2250-4C15-4868-AD33-50CCD29A4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372" y="4662670"/>
            <a:ext cx="153095" cy="116357"/>
          </a:xfrm>
          <a:prstGeom prst="rect">
            <a:avLst/>
          </a:prstGeom>
          <a:noFill/>
        </p:spPr>
      </p:pic>
      <p:pic>
        <p:nvPicPr>
          <p:cNvPr id="21" name="Imagem 20">
            <a:extLst>
              <a:ext uri="{D7D59940-4D48-4F56-951D-647DBC450E6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C5F251-92A7-449C-BE00-E6AED7EA5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328726"/>
            <a:ext cx="153095" cy="116357"/>
          </a:xfrm>
          <a:prstGeom prst="rect">
            <a:avLst/>
          </a:prstGeom>
          <a:noFill/>
        </p:spPr>
      </p:pic>
      <p:pic>
        <p:nvPicPr>
          <p:cNvPr id="22" name="Imagem 21">
            <a:extLst>
              <a:ext uri="{6A9FA782-C4C5-46E5-A36C-A5FA9FE6F9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301E7F-6E29-499B-9FAB-2A6FF6578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571431"/>
            <a:ext cx="153095" cy="116357"/>
          </a:xfrm>
          <a:prstGeom prst="rect">
            <a:avLst/>
          </a:prstGeom>
          <a:noFill/>
        </p:spPr>
      </p:pic>
      <p:pic>
        <p:nvPicPr>
          <p:cNvPr id="23" name="Imagem 22">
            <a:extLst>
              <a:ext uri="{97D9771D-6110-4F34-AD7D-38814709F65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037619-2BB5-4A4C-8FF3-84BA51FF8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174" y="809556"/>
            <a:ext cx="153095" cy="116357"/>
          </a:xfrm>
          <a:prstGeom prst="rect">
            <a:avLst/>
          </a:prstGeom>
          <a:noFill/>
        </p:spPr>
      </p:pic>
      <p:sp>
        <p:nvSpPr>
          <p:cNvPr id="24" name="Caixa de texto 39">
            <a:extLst>
              <a:ext uri="{A22E0740-A0E3-4096-BC77-7157283F8E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760596-8345-4C3E-A6A9-718F9B36EEA6}"/>
              </a:ext>
            </a:extLst>
          </p:cNvPr>
          <p:cNvSpPr txBox="1"/>
          <p:nvPr/>
        </p:nvSpPr>
        <p:spPr>
          <a:xfrm>
            <a:off x="8516521" y="1009650"/>
            <a:ext cx="422481" cy="201901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r>
              <a:rPr lang="en-US" sz="700" b="0" dirty="0">
                <a:latin typeface="Poppins"/>
              </a:rPr>
              <a:t>10GB</a:t>
            </a:r>
          </a:p>
        </p:txBody>
      </p:sp>
      <p:sp>
        <p:nvSpPr>
          <p:cNvPr id="25" name="Caixa de texto 40">
            <a:extLst>
              <a:ext uri="{FBCBA87D-BE1F-4CE8-94C7-015B7BF730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CD9EB8-6079-4025-97C3-F3170A6A0AD2}"/>
              </a:ext>
            </a:extLst>
          </p:cNvPr>
          <p:cNvSpPr txBox="1"/>
          <p:nvPr/>
        </p:nvSpPr>
        <p:spPr>
          <a:xfrm>
            <a:off x="5107390" y="4143727"/>
            <a:ext cx="611514" cy="201901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r>
              <a:rPr lang="en-US" sz="700" b="0" dirty="0">
                <a:latin typeface="Poppins"/>
              </a:rPr>
              <a:t>ilimitado</a:t>
            </a:r>
          </a:p>
        </p:txBody>
      </p:sp>
      <p:pic>
        <p:nvPicPr>
          <p:cNvPr id="26" name="Imagem 25">
            <a:extLst>
              <a:ext uri="{032C2765-51AC-40ED-A5D9-43CA6BF273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1FF3EC-FA66-4F3D-9E70-D307C7B8E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168" y="1056842"/>
            <a:ext cx="153095" cy="116357"/>
          </a:xfrm>
          <a:prstGeom prst="rect">
            <a:avLst/>
          </a:prstGeom>
          <a:noFill/>
        </p:spPr>
      </p:pic>
    </p:spTree>
    <p:extLst>
      <p:ext uri="{76F85816-A378-4601-A670-D981466A069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>
            <a:extLst>
              <a:ext uri="{31922B0B-0B6C-48FA-A946-752FDC5A276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26E85AB-BDCC-4F42-A197-AFEEDEB84284}"/>
              </a:ext>
            </a:extLst>
          </p:cNvPr>
          <p:cNvSpPr/>
          <p:nvPr/>
        </p:nvSpPr>
        <p:spPr>
          <a:xfrm>
            <a:off x="4196210" y="440674"/>
            <a:ext cx="4480760" cy="4054192"/>
          </a:xfrm>
          <a:prstGeom prst="roundRect">
            <a:avLst>
              <a:gd name="adj" fmla="val 6578"/>
            </a:avLst>
          </a:prstGeom>
          <a:solidFill>
            <a:srgbClr val="002060"/>
          </a:solidFill>
          <a:ln w="9525" cap="flat">
            <a:solidFill>
              <a:srgbClr val="001444"/>
            </a:solidFill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tângulo 16">
            <a:extLst>
              <a:ext uri="{C4264AEC-210A-4BA8-946B-7F19EAD517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DC93394-8ADA-4AA1-ADA1-207DD92E81B4}"/>
              </a:ext>
            </a:extLst>
          </p:cNvPr>
          <p:cNvSpPr/>
          <p:nvPr/>
        </p:nvSpPr>
        <p:spPr>
          <a:xfrm>
            <a:off x="4604061" y="2830277"/>
            <a:ext cx="2091232" cy="974426"/>
          </a:xfrm>
          <a:prstGeom prst="roundRect">
            <a:avLst>
              <a:gd name="adj" fmla="val 6578"/>
            </a:avLst>
          </a:prstGeom>
          <a:solidFill>
            <a:srgbClr val="232325">
              <a:alpha val="0"/>
            </a:srgbClr>
          </a:solidFill>
          <a:ln w="19050" cap="flat">
            <a:solidFill>
              <a:schemeClr val="bg1"/>
            </a:solidFill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Caixa de texto 1">
            <a:extLst>
              <a:ext uri="{507B1A7E-AB1D-44B7-9754-88933D4B9B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098FAE-385E-48EE-8267-56D6F85BF12B}"/>
              </a:ext>
            </a:extLst>
          </p:cNvPr>
          <p:cNvSpPr txBox="1"/>
          <p:nvPr/>
        </p:nvSpPr>
        <p:spPr>
          <a:xfrm>
            <a:off x="4642018" y="791708"/>
            <a:ext cx="3741763" cy="2037921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000" b="0" dirty="0">
                <a:solidFill>
                  <a:schemeClr val="bg1"/>
                </a:solidFill>
                <a:latin typeface="Poppins"/>
              </a:rPr>
              <a:t>Plano Avançado: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br>
              <a:rPr lang="pt-BR" sz="1000" b="0" dirty="0">
                <a:solidFill>
                  <a:schemeClr val="bg1"/>
                </a:solidFill>
                <a:latin typeface="Poppins"/>
              </a:rPr>
            </a:br>
            <a:r>
              <a:rPr lang="pt-BR" sz="1000" b="0" dirty="0">
                <a:solidFill>
                  <a:schemeClr val="bg1"/>
                </a:solidFill>
                <a:latin typeface="Poppins"/>
              </a:rPr>
              <a:t>Até </a:t>
            </a:r>
            <a:r>
              <a:rPr lang="pt-BR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Poppins"/>
              </a:rPr>
              <a:t>X</a:t>
            </a:r>
            <a:r>
              <a:rPr lang="pt-BR" sz="1000" b="0" dirty="0">
                <a:solidFill>
                  <a:schemeClr val="bg1"/>
                </a:solidFill>
                <a:latin typeface="Poppins"/>
              </a:rPr>
              <a:t> </a:t>
            </a:r>
            <a:r>
              <a:rPr lang="pt-BR" sz="1000" b="0" dirty="0" err="1">
                <a:solidFill>
                  <a:schemeClr val="bg1"/>
                </a:solidFill>
                <a:latin typeface="Poppins"/>
              </a:rPr>
              <a:t>CNPJs</a:t>
            </a:r>
            <a:r>
              <a:rPr lang="pt-BR" sz="1000" b="0" dirty="0">
                <a:solidFill>
                  <a:schemeClr val="bg1"/>
                </a:solidFill>
                <a:latin typeface="Poppins"/>
              </a:rPr>
              <a:t>/</a:t>
            </a:r>
            <a:r>
              <a:rPr lang="pt-BR" sz="1000" b="0" dirty="0" err="1">
                <a:solidFill>
                  <a:schemeClr val="bg1"/>
                </a:solidFill>
                <a:latin typeface="Poppins"/>
              </a:rPr>
              <a:t>CPFs</a:t>
            </a:r>
            <a:r>
              <a:rPr lang="pt-BR" sz="1000" b="0" dirty="0">
                <a:solidFill>
                  <a:schemeClr val="bg1"/>
                </a:solidFill>
                <a:latin typeface="Poppins"/>
              </a:rPr>
              <a:t> monitorados;</a:t>
            </a:r>
            <a:br>
              <a:rPr lang="pt-BR" sz="1000" b="0" dirty="0">
                <a:solidFill>
                  <a:schemeClr val="bg1"/>
                </a:solidFill>
                <a:latin typeface="Poppins"/>
              </a:rPr>
            </a:br>
            <a:br>
              <a:rPr lang="pt-BR" sz="1000" b="0" dirty="0">
                <a:solidFill>
                  <a:schemeClr val="bg1"/>
                </a:solidFill>
                <a:latin typeface="Poppins"/>
              </a:rPr>
            </a:br>
            <a:r>
              <a:rPr lang="pt-BR" sz="1000" b="0" dirty="0">
                <a:solidFill>
                  <a:schemeClr val="bg1"/>
                </a:solidFill>
                <a:latin typeface="Poppins"/>
              </a:rPr>
              <a:t>Média mensal de documentos: </a:t>
            </a:r>
            <a:r>
              <a:rPr lang="pt-BR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Poppins"/>
              </a:rPr>
              <a:t>XX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br>
              <a:rPr lang="pt-BR" sz="1000" b="0" dirty="0">
                <a:solidFill>
                  <a:schemeClr val="bg1"/>
                </a:solidFill>
                <a:latin typeface="Poppins"/>
              </a:rPr>
            </a:br>
            <a:r>
              <a:rPr lang="pt-BR" sz="1000" b="0" dirty="0">
                <a:solidFill>
                  <a:schemeClr val="bg1"/>
                </a:solidFill>
                <a:latin typeface="Poppins"/>
              </a:rPr>
              <a:t>Downloads ilimitados via manifestação do destinatário;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br>
              <a:rPr lang="pt-BR" sz="1000" b="0" dirty="0">
                <a:solidFill>
                  <a:schemeClr val="bg1"/>
                </a:solidFill>
                <a:latin typeface="Poppins"/>
              </a:rPr>
            </a:br>
            <a:r>
              <a:rPr lang="pt-BR" sz="1000" b="0" dirty="0">
                <a:solidFill>
                  <a:schemeClr val="bg1"/>
                </a:solidFill>
                <a:latin typeface="Poppins"/>
              </a:rPr>
              <a:t>Suporte técnico prioritário em horário comercial;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br>
              <a:rPr lang="pt-BR" sz="1000" b="0" dirty="0">
                <a:solidFill>
                  <a:schemeClr val="bg1"/>
                </a:solidFill>
                <a:latin typeface="Poppins"/>
              </a:rPr>
            </a:br>
            <a:r>
              <a:rPr lang="pt-BR" sz="1000" b="0" dirty="0">
                <a:solidFill>
                  <a:schemeClr val="bg1"/>
                </a:solidFill>
                <a:latin typeface="Poppins"/>
              </a:rPr>
              <a:t>Instalação para </a:t>
            </a:r>
            <a:r>
              <a:rPr lang="pt-BR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Poppins"/>
              </a:rPr>
              <a:t>XX</a:t>
            </a:r>
            <a:r>
              <a:rPr lang="pt-BR" sz="1000" b="0" dirty="0">
                <a:solidFill>
                  <a:schemeClr val="bg1"/>
                </a:solidFill>
                <a:latin typeface="Poppins"/>
              </a:rPr>
              <a:t> usuários;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br>
              <a:rPr lang="pt-BR" sz="1000" b="0" dirty="0">
                <a:solidFill>
                  <a:schemeClr val="bg1"/>
                </a:solidFill>
                <a:latin typeface="Poppins"/>
              </a:rPr>
            </a:br>
            <a:r>
              <a:rPr lang="pt-BR" sz="1000" b="0" dirty="0">
                <a:solidFill>
                  <a:schemeClr val="bg1"/>
                </a:solidFill>
                <a:latin typeface="Poppins"/>
              </a:rPr>
              <a:t>Funcionalidade adicional: </a:t>
            </a:r>
            <a:r>
              <a:rPr lang="pt-BR" sz="1000" b="0" dirty="0" err="1">
                <a:solidFill>
                  <a:schemeClr val="bg1"/>
                </a:solidFill>
                <a:latin typeface="Poppins"/>
              </a:rPr>
              <a:t>NFSe;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 err="1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>
              <a:solidFill>
                <a:schemeClr val="bg1"/>
              </a:solidFill>
              <a:latin typeface="Poppins"/>
            </a:endParaRPr>
          </a:p>
        </p:txBody>
      </p:sp>
      <p:pic>
        <p:nvPicPr>
          <p:cNvPr id="5" name="Imagem 10">
            <a:extLst>
              <a:ext uri="{189E86B3-6ABE-4A84-A3EA-BF2A3B2F97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9B782B-FC06-4E9F-9A9D-3DD7F2FE1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650" y="2124494"/>
            <a:ext cx="57150" cy="96010"/>
          </a:xfrm>
          <a:prstGeom prst="rect">
            <a:avLst/>
          </a:prstGeom>
          <a:noFill/>
        </p:spPr>
      </p:pic>
      <p:pic>
        <p:nvPicPr>
          <p:cNvPr id="6" name="Imagem 6">
            <a:extLst>
              <a:ext uri="{7F10C332-674D-4469-BEA3-DC0098FD8F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465EA0-3AF8-4332-92A6-32550A650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88" y="1102004"/>
            <a:ext cx="57150" cy="96010"/>
          </a:xfrm>
          <a:prstGeom prst="rect">
            <a:avLst/>
          </a:prstGeom>
          <a:noFill/>
        </p:spPr>
      </p:pic>
      <p:pic>
        <p:nvPicPr>
          <p:cNvPr id="7" name="Imagem 7">
            <a:extLst>
              <a:ext uri="{A85D79F9-7E27-4413-8A5C-528AD35508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59402B-8080-4D12-80E5-8D6E2C6CE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88" y="1374428"/>
            <a:ext cx="57150" cy="96010"/>
          </a:xfrm>
          <a:prstGeom prst="rect">
            <a:avLst/>
          </a:prstGeom>
          <a:noFill/>
        </p:spPr>
      </p:pic>
      <p:pic>
        <p:nvPicPr>
          <p:cNvPr id="8" name="Imagem 8">
            <a:extLst>
              <a:ext uri="{56D975C5-6836-44FB-ABF7-4FCFA340D8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893067-1314-43AF-9226-C75DE2E3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88" y="1632499"/>
            <a:ext cx="57150" cy="96010"/>
          </a:xfrm>
          <a:prstGeom prst="rect">
            <a:avLst/>
          </a:prstGeom>
          <a:noFill/>
        </p:spPr>
      </p:pic>
      <p:pic>
        <p:nvPicPr>
          <p:cNvPr id="9" name="Imagem 9">
            <a:extLst>
              <a:ext uri="{1C4F5A0B-D0F0-493E-8210-24524F17A66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F6B943F-30A8-4F8E-B6D8-506289D90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88" y="1887483"/>
            <a:ext cx="57150" cy="96010"/>
          </a:xfrm>
          <a:prstGeom prst="rect">
            <a:avLst/>
          </a:prstGeom>
          <a:noFill/>
        </p:spPr>
      </p:pic>
      <p:pic>
        <p:nvPicPr>
          <p:cNvPr id="10" name="Imagem 11">
            <a:extLst>
              <a:ext uri="{7E370B42-5386-4F4B-A064-1AF4036164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6E9028-2755-4FF9-873E-3F3B95B32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88" y="2419769"/>
            <a:ext cx="57150" cy="96010"/>
          </a:xfrm>
          <a:prstGeom prst="rect">
            <a:avLst/>
          </a:prstGeom>
          <a:noFill/>
        </p:spPr>
      </p:pic>
      <p:sp>
        <p:nvSpPr>
          <p:cNvPr id="12" name="Caixa de texto 4">
            <a:extLst>
              <a:ext uri="{BE46B507-5CBE-434E-B587-6949677D82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CAB166A-E123-4311-B477-0BB42A9CE090}"/>
              </a:ext>
            </a:extLst>
          </p:cNvPr>
          <p:cNvSpPr txBox="1"/>
          <p:nvPr/>
        </p:nvSpPr>
        <p:spPr>
          <a:xfrm>
            <a:off x="5184381" y="3215935"/>
            <a:ext cx="1280369" cy="40907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lang="en-US" sz="1400" dirty="0"/>
            </a:pPr>
            <a:r>
              <a:rPr lang="pt-BR" sz="2700" b="1" dirty="0">
                <a:solidFill>
                  <a:srgbClr val="01B76A"/>
                </a:solidFill>
                <a:latin typeface="Poppins"/>
              </a:rPr>
              <a:t>450,00</a:t>
            </a:r>
          </a:p>
        </p:txBody>
      </p:sp>
      <p:sp>
        <p:nvSpPr>
          <p:cNvPr id="13" name="Retângulo 18">
            <a:extLst>
              <a:ext uri="{38C25F71-E964-49E1-BE34-514517C48A6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B449C4-2E83-4337-8114-041CA4686B46}"/>
              </a:ext>
            </a:extLst>
          </p:cNvPr>
          <p:cNvSpPr/>
          <p:nvPr/>
        </p:nvSpPr>
        <p:spPr>
          <a:xfrm>
            <a:off x="6814928" y="2956903"/>
            <a:ext cx="1523542" cy="678361"/>
          </a:xfrm>
          <a:prstGeom prst="roundRect">
            <a:avLst>
              <a:gd name="adj" fmla="val 6578"/>
            </a:avLst>
          </a:prstGeom>
          <a:solidFill>
            <a:srgbClr val="232325">
              <a:alpha val="0"/>
            </a:srgbClr>
          </a:solidFill>
          <a:ln w="19050" cap="flat">
            <a:solidFill>
              <a:schemeClr val="bg1"/>
            </a:solidFill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Caixa de texto 12">
            <a:extLst>
              <a:ext uri="{CA8A8952-6B61-4F66-BAE3-DA26411342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95534B-0E4C-4DD3-A286-4F33505B228C}"/>
              </a:ext>
            </a:extLst>
          </p:cNvPr>
          <p:cNvSpPr txBox="1"/>
          <p:nvPr/>
        </p:nvSpPr>
        <p:spPr>
          <a:xfrm>
            <a:off x="5071710" y="2988488"/>
            <a:ext cx="1155944" cy="13712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defRPr lang="en-US" sz="1400" dirty="0"/>
            </a:pPr>
            <a:r>
              <a:rPr lang="en-US" sz="900" b="0" dirty="0">
                <a:solidFill>
                  <a:schemeClr val="bg1"/>
                </a:solidFill>
                <a:latin typeface="Poppins"/>
              </a:rPr>
              <a:t>Assinatura Mensal:</a:t>
            </a:r>
          </a:p>
        </p:txBody>
      </p:sp>
      <p:sp>
        <p:nvSpPr>
          <p:cNvPr id="15" name="Caixa de texto 14">
            <a:extLst>
              <a:ext uri="{4494BD80-450B-4859-A6CE-AB4AE87E93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243F5B-6CFF-4005-8D21-21E580745F2B}"/>
              </a:ext>
            </a:extLst>
          </p:cNvPr>
          <p:cNvSpPr txBox="1"/>
          <p:nvPr/>
        </p:nvSpPr>
        <p:spPr>
          <a:xfrm>
            <a:off x="5186638" y="4035085"/>
            <a:ext cx="2470813" cy="15236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defRPr lang="en-US" sz="1400" dirty="0"/>
            </a:pPr>
            <a:r>
              <a:rPr lang="pt-BR" sz="1000" dirty="0" err="1">
                <a:solidFill>
                  <a:schemeClr val="bg1"/>
                </a:solidFill>
                <a:latin typeface="Poppins-extra_light"/>
              </a:rPr>
              <a:t>Licenças adicionais </a:t>
            </a:r>
            <a:r>
              <a:rPr lang="pt-BR" sz="1000" b="1" dirty="0" err="1">
                <a:solidFill>
                  <a:schemeClr val="bg1"/>
                </a:solidFill>
                <a:latin typeface="Poppins"/>
              </a:rPr>
              <a:t>R$ 95,00</a:t>
            </a:r>
          </a:p>
        </p:txBody>
      </p:sp>
      <p:sp>
        <p:nvSpPr>
          <p:cNvPr id="16" name="Caixa de texto 17">
            <a:extLst>
              <a:ext uri="{7044994C-BB44-409E-92A5-44520EC3195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D5E1B0-4B5C-4673-A56E-E519CBF518FF}"/>
              </a:ext>
            </a:extLst>
          </p:cNvPr>
          <p:cNvSpPr txBox="1"/>
          <p:nvPr/>
        </p:nvSpPr>
        <p:spPr>
          <a:xfrm>
            <a:off x="4809991" y="3313080"/>
            <a:ext cx="351548" cy="180203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lang="en-US" sz="1400" dirty="0"/>
            </a:pPr>
            <a:r>
              <a:rPr lang="pt-BR" sz="1800" b="1" dirty="0" err="1">
                <a:solidFill>
                  <a:srgbClr val="01B76A"/>
                </a:solidFill>
                <a:latin typeface="Poppins"/>
              </a:rPr>
              <a:t>R$</a:t>
            </a:r>
          </a:p>
        </p:txBody>
      </p:sp>
      <p:sp>
        <p:nvSpPr>
          <p:cNvPr id="17" name="Caixa de texto 18">
            <a:extLst>
              <a:ext uri="{AF003509-B3C0-4269-A7E2-0086EF83EA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C89BCE0-B4F7-4D56-BEAF-3ED0FAA6D3C5}"/>
              </a:ext>
            </a:extLst>
          </p:cNvPr>
          <p:cNvSpPr txBox="1"/>
          <p:nvPr/>
        </p:nvSpPr>
        <p:spPr>
          <a:xfrm>
            <a:off x="7032860" y="3271190"/>
            <a:ext cx="1096032" cy="233867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lang="en-US" sz="1400" dirty="0"/>
            </a:pPr>
            <a:r>
              <a:rPr lang="en-US" sz="1600" b="1" dirty="0">
                <a:solidFill>
                  <a:srgbClr val="2699D1"/>
                </a:solidFill>
                <a:latin typeface="Poppins"/>
              </a:rPr>
              <a:t>R$ 500,00</a:t>
            </a:r>
          </a:p>
        </p:txBody>
      </p:sp>
      <p:sp>
        <p:nvSpPr>
          <p:cNvPr id="18" name="Caixa de texto 19">
            <a:extLst>
              <a:ext uri="{D808A2BA-6E2B-4E20-AF4E-5E806C4E87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06FB32-A2B0-4B59-9EA7-B1665D7F14AE}"/>
              </a:ext>
            </a:extLst>
          </p:cNvPr>
          <p:cNvSpPr txBox="1"/>
          <p:nvPr/>
        </p:nvSpPr>
        <p:spPr>
          <a:xfrm>
            <a:off x="7028659" y="3062868"/>
            <a:ext cx="1031976" cy="11267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defRPr lang="en-US" sz="1400" dirty="0"/>
            </a:pPr>
            <a:r>
              <a:rPr lang="pt-BR" sz="800" b="0" dirty="0" err="1">
                <a:solidFill>
                  <a:schemeClr val="bg1"/>
                </a:solidFill>
                <a:latin typeface="Poppins"/>
              </a:rPr>
              <a:t>Valor de instalação:</a:t>
            </a:r>
          </a:p>
        </p:txBody>
      </p:sp>
      <p:sp>
        <p:nvSpPr>
          <p:cNvPr id="19" name="Caixa de texto 19">
            <a:extLst>
              <a:ext uri="{FF2B5EF4-FFF2-40B4-BE49-F238E27FC236}">
                <a16:creationId xmlns:a16="http://schemas.microsoft.com/office/drawing/2014/main" id="{F0204C42-C3C0-FD1F-4310-8F28FF5BFB67}"/>
              </a:ext>
              <a:ext uri="{6E5D7ABB-72B4-4117-AD12-75744AE4AC1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DDA236B-06C6-4BB6-A661-3FECC23A539D}"/>
              </a:ext>
            </a:extLst>
          </p:cNvPr>
          <p:cNvSpPr txBox="1"/>
          <p:nvPr/>
        </p:nvSpPr>
        <p:spPr>
          <a:xfrm>
            <a:off x="5476561" y="4658439"/>
            <a:ext cx="2143439" cy="12311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defRPr lang="en-US" sz="1400" dirty="0"/>
            </a:pPr>
            <a:r>
              <a:rPr lang="pt-BR" sz="800" b="0" dirty="0">
                <a:solidFill>
                  <a:schemeClr val="bg1"/>
                </a:solidFill>
                <a:latin typeface="Poppins"/>
              </a:rPr>
              <a:t>Proposta válida até: 30/06/2026</a:t>
            </a:r>
          </a:p>
        </p:txBody>
      </p:sp>
    </p:spTree>
    <p:extLst>
      <p:ext uri="{2465BC76-9A70-47BF-B949-E51C3ED8DB8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8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EA2D15F9-34B0-4596-B613-E94BEC10529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A2457FC-8172-4102-B9B9-413E8D5182DA}"/>
              </a:ext>
            </a:extLst>
          </p:cNvPr>
          <p:cNvSpPr>
            <a:spLocks noChangeAspect="1"/>
          </p:cNvSpPr>
          <p:nvPr/>
        </p:nvSpPr>
        <p:spPr>
          <a:xfrm>
            <a:off x="5223824" y="664673"/>
            <a:ext cx="2223087" cy="2223087"/>
          </a:xfrm>
          <a:prstGeom prst="ellipse">
            <a:avLst/>
          </a:prstGeom>
          <a:blipFill dpi="0" rotWithShape="1">
            <a:blip r:embed="rId3"/>
            <a:stretch>
              <a:fillRect l="-5800" r="-5800"/>
            </a:stretch>
          </a:blip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Caixa de texto 2">
            <a:extLst>
              <a:ext uri="{FF2B5EF4-FFF2-40B4-BE49-F238E27FC236}">
                <a16:creationId xmlns:a16="http://schemas.microsoft.com/office/drawing/2014/main" id="{9273707B-7109-14E8-C948-4A95BD17A9CC}"/>
              </a:ext>
              <a:ext uri="{F901F7FD-C545-40D0-97FF-D16C648CED1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693428-9508-4221-991B-7773E2CAA73C}"/>
              </a:ext>
            </a:extLst>
          </p:cNvPr>
          <p:cNvSpPr txBox="1"/>
          <p:nvPr/>
        </p:nvSpPr>
        <p:spPr>
          <a:xfrm>
            <a:off x="5551856" y="3172430"/>
            <a:ext cx="2396985" cy="25699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en-US" sz="1200" dirty="0">
                <a:solidFill>
                  <a:schemeClr val="tx1"/>
                </a:solidFill>
                <a:latin typeface="Poppins-light"/>
              </a:rPr>
              <a:t>Consultora de vendas</a:t>
            </a:r>
          </a:p>
        </p:txBody>
      </p:sp>
      <p:sp>
        <p:nvSpPr>
          <p:cNvPr id="15" name="Caixa de texto 3">
            <a:extLst>
              <a:ext uri="{FF2B5EF4-FFF2-40B4-BE49-F238E27FC236}">
                <a16:creationId xmlns:a16="http://schemas.microsoft.com/office/drawing/2014/main" id="{0CAF94AF-8487-6ED8-C9FF-0D56B9D869F8}"/>
              </a:ext>
              <a:ext uri="{6C904DDD-3CAB-450B-A5D0-5513C4E7E2B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A96D1F-CDB1-4A3B-82AA-7DDAB78F370E}"/>
              </a:ext>
            </a:extLst>
          </p:cNvPr>
          <p:cNvSpPr txBox="1"/>
          <p:nvPr/>
        </p:nvSpPr>
        <p:spPr>
          <a:xfrm>
            <a:off x="5791200" y="3523864"/>
            <a:ext cx="2396985" cy="25699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200" dirty="0">
                <a:solidFill>
                  <a:schemeClr val="tx1"/>
                </a:solidFill>
                <a:latin typeface="Poppins-light"/>
              </a:rPr>
              <a:t>Adriner.ferreira@fiscal.io</a:t>
            </a:r>
          </a:p>
        </p:txBody>
      </p:sp>
      <p:sp>
        <p:nvSpPr>
          <p:cNvPr id="16" name="Caixa de texto 4">
            <a:extLst>
              <a:ext uri="{FF2B5EF4-FFF2-40B4-BE49-F238E27FC236}">
                <a16:creationId xmlns:a16="http://schemas.microsoft.com/office/drawing/2014/main" id="{B5EC28A5-AB7B-6DF1-E464-18C2CB2E2A41}"/>
              </a:ext>
              <a:ext uri="{B6C21854-7ACE-43DF-82F5-5D0F5A7D60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A6D0E8D-72D4-4E94-BF80-981CBC60B464}"/>
              </a:ext>
            </a:extLst>
          </p:cNvPr>
          <p:cNvSpPr txBox="1"/>
          <p:nvPr/>
        </p:nvSpPr>
        <p:spPr>
          <a:xfrm>
            <a:off x="5667233" y="3881632"/>
            <a:ext cx="2396985" cy="25699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200" b="0" dirty="0" err="1">
                <a:solidFill>
                  <a:schemeClr val="tx1"/>
                </a:solidFill>
                <a:latin typeface="Poppins"/>
              </a:rPr>
              <a:t>41</a:t>
            </a:r>
            <a:r>
              <a:rPr lang="pt-BR" sz="1200" b="0" dirty="0">
                <a:solidFill>
                  <a:schemeClr val="tx1"/>
                </a:solidFill>
                <a:latin typeface="Poppins"/>
              </a:rPr>
              <a:t> 4141-4010 | 44 3142-4869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691A1E7-3131-3396-C37F-A3A06D07EADB}"/>
              </a:ext>
            </a:extLst>
          </p:cNvPr>
          <p:cNvSpPr/>
          <p:nvPr/>
        </p:nvSpPr>
        <p:spPr>
          <a:xfrm>
            <a:off x="4953000" y="682029"/>
            <a:ext cx="2614841" cy="2346921"/>
          </a:xfrm>
          <a:prstGeom prst="rect">
            <a:avLst/>
          </a:prstGeom>
          <a:solidFill>
            <a:schemeClr val="bg1"/>
          </a:solidFill>
        </p:spPr>
        <p:style>
          <a:lnRef idx="0">
            <a:scrgbClr r="0" g="0" b="0"/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rtlCol="0" anchor="ctr"/>
          <a:lstStyle/>
          <a:p>
            <a:pPr algn="ctr"/>
            <a:endParaRPr lang="pt-BR" u="sng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363771B-1E67-B526-153E-6EBF6CBC0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590550"/>
            <a:ext cx="1869452" cy="1869452"/>
          </a:xfrm>
          <a:prstGeom prst="rect">
            <a:avLst/>
          </a:prstGeom>
        </p:spPr>
      </p:pic>
      <p:sp>
        <p:nvSpPr>
          <p:cNvPr id="19" name="Caixa de texto 1">
            <a:extLst>
              <a:ext uri="{FF2B5EF4-FFF2-40B4-BE49-F238E27FC236}">
                <a16:creationId xmlns:a16="http://schemas.microsoft.com/office/drawing/2014/main" id="{7C1DB454-15EC-6A04-1D41-EFCDEA67CF15}"/>
              </a:ext>
              <a:ext uri="{2D22963C-2CF5-4DCC-B2A2-8C75EF83B2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2DF3C4-7610-48C7-9C07-F13F18567BE9}"/>
              </a:ext>
            </a:extLst>
          </p:cNvPr>
          <p:cNvSpPr txBox="1"/>
          <p:nvPr/>
        </p:nvSpPr>
        <p:spPr>
          <a:xfrm>
            <a:off x="5679833" y="2812740"/>
            <a:ext cx="2396985" cy="297197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en-US" sz="1500" dirty="0">
                <a:solidFill>
                  <a:schemeClr val="tx1"/>
                </a:solidFill>
                <a:latin typeface="Poppins-demi_bold"/>
              </a:rPr>
              <a:t>Adriner Ferreira</a:t>
            </a:r>
          </a:p>
        </p:txBody>
      </p:sp>
    </p:spTree>
    <p:extLst>
      <p:ext uri="{980C8B95-574F-4736-B59E-CE642FD7C04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73869"/>
      </p:ext>
    </p:extLst>
  </p:cSld>
  <p:clrMapOvr>
    <a:masterClrMapping/>
  </p:clrMapOvr>
  <p:transition spd="slow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FONT2" val="Poppins-light"/>
  <p:tag name="WEBFONT1" val="Poppins-extra_light"/>
  <p:tag name="WEBFONT4" val="Poppins-demi_bold"/>
  <p:tag name="WEBFONT6" val="Poppins-heav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KS:NOMODIFY" val="true"/>
  <p:tag name="LOCKERS" val="prop: MODIFY&#10;locker: &quot;541a955f76c5b9a91b998e33d156434e&quot;&#1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KS:NOMODIFY" val="true"/>
  <p:tag name="LOCKERS" val="prop: MODIFY&#10;locker: &quot;541a955f76c5b9a91b998e33d156434e&quot;&#10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KS:NOMODIFY" val="true"/>
  <p:tag name="LOCKERS" val="prop: MODIFY&#10;locker: &quot;541a955f76c5b9a91b998e33d156434e&quot;&#10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KS:NOMODIFY" val="true"/>
  <p:tag name="LOCKERS" val="prop: MODIFY&#10;locker: &quot;541a955f76c5b9a91b998e33d156434e&quot;&#10;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471</Words>
  <Application>Microsoft Office PowerPoint</Application>
  <PresentationFormat>Apresentação na tela (16:9)</PresentationFormat>
  <Paragraphs>80</Paragraphs>
  <Slides>8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  <vt:variant>
        <vt:lpstr>Apresentações personalizadas</vt:lpstr>
      </vt:variant>
      <vt:variant>
        <vt:i4>1</vt:i4>
      </vt:variant>
    </vt:vector>
  </HeadingPairs>
  <TitlesOfParts>
    <vt:vector size="15" baseType="lpstr">
      <vt:lpstr>Poppins</vt:lpstr>
      <vt:lpstr>Poppins-light</vt:lpstr>
      <vt:lpstr>Poppins-extra_light</vt:lpstr>
      <vt:lpstr>Poppins-demi_bold</vt:lpstr>
      <vt:lpstr>Open Sans</vt:lpstr>
      <vt:lpstr>Whitepaper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de slides sem título_1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Adriner Ferreira</cp:lastModifiedBy>
  <cp:revision>1</cp:revision>
  <dcterms:created xsi:type="dcterms:W3CDTF">2026-06-08T04:53:25Z</dcterms:created>
  <dcterms:modified xsi:type="dcterms:W3CDTF">2026-06-08T19:06:58Z</dcterms:modified>
</cp:coreProperties>
</file>